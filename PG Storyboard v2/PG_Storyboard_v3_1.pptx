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617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0"/>
          <p:cNvSpPr/>
          <p:nvPr/>
        </p:nvSpPr>
        <p:spPr>
          <a:xfrm>
            <a:off x="0" y="0"/>
            <a:ext cx="15116175" cy="10687050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ox1"/>
          <p:cNvSpPr/>
          <p:nvPr/>
        </p:nvSpPr>
        <p:spPr>
          <a:xfrm>
            <a:off x="133350" y="114300"/>
            <a:ext cx="148494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ox2"/>
          <p:cNvSpPr/>
          <p:nvPr/>
        </p:nvSpPr>
        <p:spPr>
          <a:xfrm>
            <a:off x="3914775" y="123825"/>
            <a:ext cx="38100" cy="933450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403324"/>
            <a:ext cx="3429000" cy="374452"/>
          </a:xfrm>
          <a:prstGeom prst="rect">
            <a:avLst/>
          </a:prstGeom>
        </p:spPr>
      </p:pic>
      <p:sp>
        <p:nvSpPr>
          <p:cNvPr id="6" name="box4"/>
          <p:cNvSpPr/>
          <p:nvPr/>
        </p:nvSpPr>
        <p:spPr>
          <a:xfrm>
            <a:off x="3952875" y="123825"/>
            <a:ext cx="5210175" cy="9334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garment.jpg"/>
          <p:cNvPicPr>
            <a:picLocks noChangeAspect="1"/>
          </p:cNvPicPr>
          <p:nvPr/>
        </p:nvPicPr>
        <p:blipFill>
          <a:blip r:embed="rId3"/>
          <a:srcRect t="8466" b="8466"/>
          <a:stretch>
            <a:fillRect/>
          </a:stretch>
        </p:blipFill>
        <p:spPr>
          <a:xfrm>
            <a:off x="9163050" y="123825"/>
            <a:ext cx="968276" cy="933450"/>
          </a:xfrm>
          <a:prstGeom prst="rect">
            <a:avLst/>
          </a:prstGeom>
        </p:spPr>
      </p:pic>
      <p:sp>
        <p:nvSpPr>
          <p:cNvPr id="8" name="box6"/>
          <p:cNvSpPr/>
          <p:nvPr/>
        </p:nvSpPr>
        <p:spPr>
          <a:xfrm>
            <a:off x="9163050" y="723900"/>
            <a:ext cx="968276" cy="3333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uniform.jpg"/>
          <p:cNvPicPr>
            <a:picLocks noChangeAspect="1"/>
          </p:cNvPicPr>
          <p:nvPr/>
        </p:nvPicPr>
        <p:blipFill>
          <a:blip r:embed="rId4"/>
          <a:srcRect l="0" r="0" t="8472" b="8472"/>
          <a:stretch>
            <a:fillRect/>
          </a:stretch>
        </p:blipFill>
        <p:spPr>
          <a:xfrm>
            <a:off x="10131326" y="123825"/>
            <a:ext cx="968425" cy="933450"/>
          </a:xfrm>
          <a:prstGeom prst="rect">
            <a:avLst/>
          </a:prstGeom>
        </p:spPr>
      </p:pic>
      <p:sp>
        <p:nvSpPr>
          <p:cNvPr id="10" name="box8"/>
          <p:cNvSpPr/>
          <p:nvPr/>
        </p:nvSpPr>
        <p:spPr>
          <a:xfrm>
            <a:off x="10131326" y="723900"/>
            <a:ext cx="968425" cy="3333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healthcare.jpg"/>
          <p:cNvPicPr>
            <a:picLocks noChangeAspect="1"/>
          </p:cNvPicPr>
          <p:nvPr/>
        </p:nvPicPr>
        <p:blipFill>
          <a:blip r:embed="rId5"/>
          <a:srcRect t="8466" b="8466"/>
          <a:stretch>
            <a:fillRect/>
          </a:stretch>
        </p:blipFill>
        <p:spPr>
          <a:xfrm>
            <a:off x="11099750" y="123825"/>
            <a:ext cx="968276" cy="933450"/>
          </a:xfrm>
          <a:prstGeom prst="rect">
            <a:avLst/>
          </a:prstGeom>
        </p:spPr>
      </p:pic>
      <p:sp>
        <p:nvSpPr>
          <p:cNvPr id="12" name="box10"/>
          <p:cNvSpPr/>
          <p:nvPr/>
        </p:nvSpPr>
        <p:spPr>
          <a:xfrm>
            <a:off x="11099750" y="723900"/>
            <a:ext cx="968276" cy="3333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portwear.jpg"/>
          <p:cNvPicPr>
            <a:picLocks noChangeAspect="1"/>
          </p:cNvPicPr>
          <p:nvPr/>
        </p:nvPicPr>
        <p:blipFill>
          <a:blip r:embed="rId6"/>
          <a:srcRect l="0" r="0" t="8472" b="8472"/>
          <a:stretch>
            <a:fillRect/>
          </a:stretch>
        </p:blipFill>
        <p:spPr>
          <a:xfrm>
            <a:off x="12068026" y="123825"/>
            <a:ext cx="968425" cy="933450"/>
          </a:xfrm>
          <a:prstGeom prst="rect">
            <a:avLst/>
          </a:prstGeom>
        </p:spPr>
      </p:pic>
      <p:sp>
        <p:nvSpPr>
          <p:cNvPr id="14" name="box12"/>
          <p:cNvSpPr/>
          <p:nvPr/>
        </p:nvSpPr>
        <p:spPr>
          <a:xfrm>
            <a:off x="12068026" y="723900"/>
            <a:ext cx="968425" cy="3333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nnerwear.jpg"/>
          <p:cNvPicPr>
            <a:picLocks noChangeAspect="1"/>
          </p:cNvPicPr>
          <p:nvPr/>
        </p:nvPicPr>
        <p:blipFill>
          <a:blip r:embed="rId7"/>
          <a:srcRect l="0" r="0" t="8472" b="8472"/>
          <a:stretch>
            <a:fillRect/>
          </a:stretch>
        </p:blipFill>
        <p:spPr>
          <a:xfrm>
            <a:off x="13036451" y="123825"/>
            <a:ext cx="968425" cy="933450"/>
          </a:xfrm>
          <a:prstGeom prst="rect">
            <a:avLst/>
          </a:prstGeom>
        </p:spPr>
      </p:pic>
      <p:sp>
        <p:nvSpPr>
          <p:cNvPr id="16" name="box14"/>
          <p:cNvSpPr/>
          <p:nvPr/>
        </p:nvSpPr>
        <p:spPr>
          <a:xfrm>
            <a:off x="13036451" y="723900"/>
            <a:ext cx="968425" cy="3333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textile.jpg"/>
          <p:cNvPicPr>
            <a:picLocks noChangeAspect="1"/>
          </p:cNvPicPr>
          <p:nvPr/>
        </p:nvPicPr>
        <p:blipFill>
          <a:blip r:embed="rId8"/>
          <a:srcRect t="8466" b="8466"/>
          <a:stretch>
            <a:fillRect/>
          </a:stretch>
        </p:blipFill>
        <p:spPr>
          <a:xfrm>
            <a:off x="14004875" y="123825"/>
            <a:ext cx="968276" cy="933450"/>
          </a:xfrm>
          <a:prstGeom prst="rect">
            <a:avLst/>
          </a:prstGeom>
        </p:spPr>
      </p:pic>
      <p:sp>
        <p:nvSpPr>
          <p:cNvPr id="18" name="box16"/>
          <p:cNvSpPr/>
          <p:nvPr/>
        </p:nvSpPr>
        <p:spPr>
          <a:xfrm>
            <a:off x="14004875" y="723900"/>
            <a:ext cx="968276" cy="3333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box17"/>
          <p:cNvSpPr/>
          <p:nvPr/>
        </p:nvSpPr>
        <p:spPr>
          <a:xfrm>
            <a:off x="133350" y="1162050"/>
            <a:ext cx="3028950" cy="9410700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box18"/>
          <p:cNvSpPr/>
          <p:nvPr/>
        </p:nvSpPr>
        <p:spPr>
          <a:xfrm>
            <a:off x="142875" y="1171575"/>
            <a:ext cx="300990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ox19"/>
          <p:cNvSpPr/>
          <p:nvPr/>
        </p:nvSpPr>
        <p:spPr>
          <a:xfrm>
            <a:off x="238125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box20"/>
          <p:cNvSpPr/>
          <p:nvPr/>
        </p:nvSpPr>
        <p:spPr>
          <a:xfrm>
            <a:off x="552450" y="1850380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box21"/>
          <p:cNvSpPr/>
          <p:nvPr/>
        </p:nvSpPr>
        <p:spPr>
          <a:xfrm>
            <a:off x="1943100" y="1850380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ox22"/>
          <p:cNvSpPr/>
          <p:nvPr/>
        </p:nvSpPr>
        <p:spPr>
          <a:xfrm>
            <a:off x="2276475" y="1850380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ox23"/>
          <p:cNvSpPr/>
          <p:nvPr/>
        </p:nvSpPr>
        <p:spPr>
          <a:xfrm>
            <a:off x="2419350" y="1850380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ox24"/>
          <p:cNvSpPr/>
          <p:nvPr/>
        </p:nvSpPr>
        <p:spPr>
          <a:xfrm>
            <a:off x="2743200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box25"/>
          <p:cNvSpPr/>
          <p:nvPr/>
        </p:nvSpPr>
        <p:spPr>
          <a:xfrm>
            <a:off x="238125" y="1869430"/>
            <a:ext cx="2819400" cy="265658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ox26"/>
          <p:cNvSpPr/>
          <p:nvPr/>
        </p:nvSpPr>
        <p:spPr>
          <a:xfrm>
            <a:off x="238125" y="2125563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box27"/>
          <p:cNvSpPr/>
          <p:nvPr/>
        </p:nvSpPr>
        <p:spPr>
          <a:xfrm>
            <a:off x="238125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ox28"/>
          <p:cNvSpPr/>
          <p:nvPr/>
        </p:nvSpPr>
        <p:spPr>
          <a:xfrm>
            <a:off x="552450" y="261878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box29"/>
          <p:cNvSpPr/>
          <p:nvPr/>
        </p:nvSpPr>
        <p:spPr>
          <a:xfrm>
            <a:off x="1943100" y="261878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box30"/>
          <p:cNvSpPr/>
          <p:nvPr/>
        </p:nvSpPr>
        <p:spPr>
          <a:xfrm>
            <a:off x="2276475" y="261878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ox31"/>
          <p:cNvSpPr/>
          <p:nvPr/>
        </p:nvSpPr>
        <p:spPr>
          <a:xfrm>
            <a:off x="2419350" y="261878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box32"/>
          <p:cNvSpPr/>
          <p:nvPr/>
        </p:nvSpPr>
        <p:spPr>
          <a:xfrm>
            <a:off x="2743200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box33"/>
          <p:cNvSpPr/>
          <p:nvPr/>
        </p:nvSpPr>
        <p:spPr>
          <a:xfrm>
            <a:off x="238125" y="293042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ox34"/>
          <p:cNvSpPr/>
          <p:nvPr/>
        </p:nvSpPr>
        <p:spPr>
          <a:xfrm>
            <a:off x="552450" y="2930426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box35"/>
          <p:cNvSpPr/>
          <p:nvPr/>
        </p:nvSpPr>
        <p:spPr>
          <a:xfrm>
            <a:off x="1943100" y="2930426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ox36"/>
          <p:cNvSpPr/>
          <p:nvPr/>
        </p:nvSpPr>
        <p:spPr>
          <a:xfrm>
            <a:off x="2276475" y="2930426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box37"/>
          <p:cNvSpPr/>
          <p:nvPr/>
        </p:nvSpPr>
        <p:spPr>
          <a:xfrm>
            <a:off x="2419350" y="2930426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box38"/>
          <p:cNvSpPr/>
          <p:nvPr/>
        </p:nvSpPr>
        <p:spPr>
          <a:xfrm>
            <a:off x="2743200" y="293042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box39"/>
          <p:cNvSpPr/>
          <p:nvPr/>
        </p:nvSpPr>
        <p:spPr>
          <a:xfrm>
            <a:off x="238125" y="32420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ox40"/>
          <p:cNvSpPr/>
          <p:nvPr/>
        </p:nvSpPr>
        <p:spPr>
          <a:xfrm>
            <a:off x="552450" y="324207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box41"/>
          <p:cNvSpPr/>
          <p:nvPr/>
        </p:nvSpPr>
        <p:spPr>
          <a:xfrm>
            <a:off x="1943100" y="324207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box42"/>
          <p:cNvSpPr/>
          <p:nvPr/>
        </p:nvSpPr>
        <p:spPr>
          <a:xfrm>
            <a:off x="2276475" y="324207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box43"/>
          <p:cNvSpPr/>
          <p:nvPr/>
        </p:nvSpPr>
        <p:spPr>
          <a:xfrm>
            <a:off x="2419350" y="324207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box44"/>
          <p:cNvSpPr/>
          <p:nvPr/>
        </p:nvSpPr>
        <p:spPr>
          <a:xfrm>
            <a:off x="2743200" y="32420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box45"/>
          <p:cNvSpPr/>
          <p:nvPr/>
        </p:nvSpPr>
        <p:spPr>
          <a:xfrm>
            <a:off x="238125" y="355371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box46"/>
          <p:cNvSpPr/>
          <p:nvPr/>
        </p:nvSpPr>
        <p:spPr>
          <a:xfrm>
            <a:off x="552450" y="3553718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box47"/>
          <p:cNvSpPr/>
          <p:nvPr/>
        </p:nvSpPr>
        <p:spPr>
          <a:xfrm>
            <a:off x="1943100" y="3553718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box48"/>
          <p:cNvSpPr/>
          <p:nvPr/>
        </p:nvSpPr>
        <p:spPr>
          <a:xfrm>
            <a:off x="2276475" y="3553718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box49"/>
          <p:cNvSpPr/>
          <p:nvPr/>
        </p:nvSpPr>
        <p:spPr>
          <a:xfrm>
            <a:off x="2419350" y="3553718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box50"/>
          <p:cNvSpPr/>
          <p:nvPr/>
        </p:nvSpPr>
        <p:spPr>
          <a:xfrm>
            <a:off x="2743200" y="355371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box51"/>
          <p:cNvSpPr/>
          <p:nvPr/>
        </p:nvSpPr>
        <p:spPr>
          <a:xfrm>
            <a:off x="238125" y="38653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box52"/>
          <p:cNvSpPr/>
          <p:nvPr/>
        </p:nvSpPr>
        <p:spPr>
          <a:xfrm>
            <a:off x="552450" y="386536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box53"/>
          <p:cNvSpPr/>
          <p:nvPr/>
        </p:nvSpPr>
        <p:spPr>
          <a:xfrm>
            <a:off x="1943100" y="386536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box54"/>
          <p:cNvSpPr/>
          <p:nvPr/>
        </p:nvSpPr>
        <p:spPr>
          <a:xfrm>
            <a:off x="2276475" y="386536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box55"/>
          <p:cNvSpPr/>
          <p:nvPr/>
        </p:nvSpPr>
        <p:spPr>
          <a:xfrm>
            <a:off x="2419350" y="386536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ox56"/>
          <p:cNvSpPr/>
          <p:nvPr/>
        </p:nvSpPr>
        <p:spPr>
          <a:xfrm>
            <a:off x="2743200" y="38653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box57"/>
          <p:cNvSpPr/>
          <p:nvPr/>
        </p:nvSpPr>
        <p:spPr>
          <a:xfrm>
            <a:off x="238125" y="417701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box58"/>
          <p:cNvSpPr/>
          <p:nvPr/>
        </p:nvSpPr>
        <p:spPr>
          <a:xfrm>
            <a:off x="552450" y="417701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box59"/>
          <p:cNvSpPr/>
          <p:nvPr/>
        </p:nvSpPr>
        <p:spPr>
          <a:xfrm>
            <a:off x="1943100" y="417701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box60"/>
          <p:cNvSpPr/>
          <p:nvPr/>
        </p:nvSpPr>
        <p:spPr>
          <a:xfrm>
            <a:off x="2276475" y="417701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box61"/>
          <p:cNvSpPr/>
          <p:nvPr/>
        </p:nvSpPr>
        <p:spPr>
          <a:xfrm>
            <a:off x="2419350" y="417701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box62"/>
          <p:cNvSpPr/>
          <p:nvPr/>
        </p:nvSpPr>
        <p:spPr>
          <a:xfrm>
            <a:off x="2743200" y="417701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box63"/>
          <p:cNvSpPr/>
          <p:nvPr/>
        </p:nvSpPr>
        <p:spPr>
          <a:xfrm>
            <a:off x="238125" y="4186535"/>
            <a:ext cx="2819400" cy="260896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box64"/>
          <p:cNvSpPr/>
          <p:nvPr/>
        </p:nvSpPr>
        <p:spPr>
          <a:xfrm>
            <a:off x="238125" y="4437906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box65"/>
          <p:cNvSpPr/>
          <p:nvPr/>
        </p:nvSpPr>
        <p:spPr>
          <a:xfrm>
            <a:off x="238125" y="474955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box66"/>
          <p:cNvSpPr/>
          <p:nvPr/>
        </p:nvSpPr>
        <p:spPr>
          <a:xfrm>
            <a:off x="552450" y="474955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box67"/>
          <p:cNvSpPr/>
          <p:nvPr/>
        </p:nvSpPr>
        <p:spPr>
          <a:xfrm>
            <a:off x="1943100" y="474955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box68"/>
          <p:cNvSpPr/>
          <p:nvPr/>
        </p:nvSpPr>
        <p:spPr>
          <a:xfrm>
            <a:off x="2276475" y="474955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box69"/>
          <p:cNvSpPr/>
          <p:nvPr/>
        </p:nvSpPr>
        <p:spPr>
          <a:xfrm>
            <a:off x="2419350" y="474955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box70"/>
          <p:cNvSpPr/>
          <p:nvPr/>
        </p:nvSpPr>
        <p:spPr>
          <a:xfrm>
            <a:off x="2743200" y="474955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box71"/>
          <p:cNvSpPr/>
          <p:nvPr/>
        </p:nvSpPr>
        <p:spPr>
          <a:xfrm>
            <a:off x="238125" y="506119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box72"/>
          <p:cNvSpPr/>
          <p:nvPr/>
        </p:nvSpPr>
        <p:spPr>
          <a:xfrm>
            <a:off x="552450" y="5061198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box73"/>
          <p:cNvSpPr/>
          <p:nvPr/>
        </p:nvSpPr>
        <p:spPr>
          <a:xfrm>
            <a:off x="1943100" y="5061198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box74"/>
          <p:cNvSpPr/>
          <p:nvPr/>
        </p:nvSpPr>
        <p:spPr>
          <a:xfrm>
            <a:off x="2276475" y="5061198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box75"/>
          <p:cNvSpPr/>
          <p:nvPr/>
        </p:nvSpPr>
        <p:spPr>
          <a:xfrm>
            <a:off x="2419350" y="5061198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box76"/>
          <p:cNvSpPr/>
          <p:nvPr/>
        </p:nvSpPr>
        <p:spPr>
          <a:xfrm>
            <a:off x="2743200" y="506119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box77"/>
          <p:cNvSpPr/>
          <p:nvPr/>
        </p:nvSpPr>
        <p:spPr>
          <a:xfrm>
            <a:off x="238125" y="53728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box78"/>
          <p:cNvSpPr/>
          <p:nvPr/>
        </p:nvSpPr>
        <p:spPr>
          <a:xfrm>
            <a:off x="552450" y="537284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box79"/>
          <p:cNvSpPr/>
          <p:nvPr/>
        </p:nvSpPr>
        <p:spPr>
          <a:xfrm>
            <a:off x="1943100" y="537284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box80"/>
          <p:cNvSpPr/>
          <p:nvPr/>
        </p:nvSpPr>
        <p:spPr>
          <a:xfrm>
            <a:off x="2276475" y="537284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box81"/>
          <p:cNvSpPr/>
          <p:nvPr/>
        </p:nvSpPr>
        <p:spPr>
          <a:xfrm>
            <a:off x="2419350" y="537284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box82"/>
          <p:cNvSpPr/>
          <p:nvPr/>
        </p:nvSpPr>
        <p:spPr>
          <a:xfrm>
            <a:off x="2743200" y="53728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box83"/>
          <p:cNvSpPr/>
          <p:nvPr/>
        </p:nvSpPr>
        <p:spPr>
          <a:xfrm>
            <a:off x="238125" y="568449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box84"/>
          <p:cNvSpPr/>
          <p:nvPr/>
        </p:nvSpPr>
        <p:spPr>
          <a:xfrm>
            <a:off x="552450" y="568449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box85"/>
          <p:cNvSpPr/>
          <p:nvPr/>
        </p:nvSpPr>
        <p:spPr>
          <a:xfrm>
            <a:off x="1943100" y="568449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box86"/>
          <p:cNvSpPr/>
          <p:nvPr/>
        </p:nvSpPr>
        <p:spPr>
          <a:xfrm>
            <a:off x="2276475" y="568449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box87"/>
          <p:cNvSpPr/>
          <p:nvPr/>
        </p:nvSpPr>
        <p:spPr>
          <a:xfrm>
            <a:off x="2419350" y="568449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box88"/>
          <p:cNvSpPr/>
          <p:nvPr/>
        </p:nvSpPr>
        <p:spPr>
          <a:xfrm>
            <a:off x="2743200" y="568449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box89"/>
          <p:cNvSpPr/>
          <p:nvPr/>
        </p:nvSpPr>
        <p:spPr>
          <a:xfrm>
            <a:off x="238125" y="59961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box90"/>
          <p:cNvSpPr/>
          <p:nvPr/>
        </p:nvSpPr>
        <p:spPr>
          <a:xfrm>
            <a:off x="552450" y="5996136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box91"/>
          <p:cNvSpPr/>
          <p:nvPr/>
        </p:nvSpPr>
        <p:spPr>
          <a:xfrm>
            <a:off x="1943100" y="5996136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box92"/>
          <p:cNvSpPr/>
          <p:nvPr/>
        </p:nvSpPr>
        <p:spPr>
          <a:xfrm>
            <a:off x="2276475" y="5996136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box93"/>
          <p:cNvSpPr/>
          <p:nvPr/>
        </p:nvSpPr>
        <p:spPr>
          <a:xfrm>
            <a:off x="2419350" y="5996136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box94"/>
          <p:cNvSpPr/>
          <p:nvPr/>
        </p:nvSpPr>
        <p:spPr>
          <a:xfrm>
            <a:off x="2743200" y="59961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box95"/>
          <p:cNvSpPr/>
          <p:nvPr/>
        </p:nvSpPr>
        <p:spPr>
          <a:xfrm>
            <a:off x="238125" y="6312545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box96"/>
          <p:cNvSpPr/>
          <p:nvPr/>
        </p:nvSpPr>
        <p:spPr>
          <a:xfrm>
            <a:off x="552450" y="6312545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box97"/>
          <p:cNvSpPr/>
          <p:nvPr/>
        </p:nvSpPr>
        <p:spPr>
          <a:xfrm>
            <a:off x="1943100" y="6312545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box98"/>
          <p:cNvSpPr/>
          <p:nvPr/>
        </p:nvSpPr>
        <p:spPr>
          <a:xfrm>
            <a:off x="2276475" y="6312545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box99"/>
          <p:cNvSpPr/>
          <p:nvPr/>
        </p:nvSpPr>
        <p:spPr>
          <a:xfrm>
            <a:off x="2419350" y="6312545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box100"/>
          <p:cNvSpPr/>
          <p:nvPr/>
        </p:nvSpPr>
        <p:spPr>
          <a:xfrm>
            <a:off x="2743200" y="6312545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box101"/>
          <p:cNvSpPr/>
          <p:nvPr/>
        </p:nvSpPr>
        <p:spPr>
          <a:xfrm>
            <a:off x="238125" y="632207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box102"/>
          <p:cNvSpPr/>
          <p:nvPr/>
        </p:nvSpPr>
        <p:spPr>
          <a:xfrm>
            <a:off x="552450" y="6322070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box103"/>
          <p:cNvSpPr/>
          <p:nvPr/>
        </p:nvSpPr>
        <p:spPr>
          <a:xfrm>
            <a:off x="1943100" y="6322070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box104"/>
          <p:cNvSpPr/>
          <p:nvPr/>
        </p:nvSpPr>
        <p:spPr>
          <a:xfrm>
            <a:off x="2276475" y="6322070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box105"/>
          <p:cNvSpPr/>
          <p:nvPr/>
        </p:nvSpPr>
        <p:spPr>
          <a:xfrm>
            <a:off x="2419350" y="6322070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box106"/>
          <p:cNvSpPr/>
          <p:nvPr/>
        </p:nvSpPr>
        <p:spPr>
          <a:xfrm>
            <a:off x="2743200" y="632207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box107"/>
          <p:cNvSpPr/>
          <p:nvPr/>
        </p:nvSpPr>
        <p:spPr>
          <a:xfrm>
            <a:off x="238125" y="6986736"/>
            <a:ext cx="2819400" cy="1319957"/>
          </a:xfrm>
          <a:prstGeom prst="roundRect">
            <a:avLst>
              <a:gd name="adj" fmla="val 5772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box108"/>
          <p:cNvSpPr/>
          <p:nvPr/>
        </p:nvSpPr>
        <p:spPr>
          <a:xfrm>
            <a:off x="238125" y="6986736"/>
            <a:ext cx="47625" cy="1319957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1" name="Picture 110" descr="textile.jpg"/>
          <p:cNvPicPr>
            <a:picLocks noChangeAspect="1"/>
          </p:cNvPicPr>
          <p:nvPr/>
        </p:nvPicPr>
        <p:blipFill>
          <a:blip r:embed="rId8"/>
          <a:srcRect l="11564" r="11564"/>
          <a:stretch>
            <a:fillRect/>
          </a:stretch>
        </p:blipFill>
        <p:spPr>
          <a:xfrm>
            <a:off x="238125" y="8382893"/>
            <a:ext cx="1381125" cy="2085082"/>
          </a:xfrm>
          <a:prstGeom prst="roundRect">
            <a:avLst>
              <a:gd name="adj" fmla="val 5517"/>
            </a:avLst>
          </a:prstGeom>
        </p:spPr>
      </p:pic>
      <p:sp>
        <p:nvSpPr>
          <p:cNvPr id="112" name="box110"/>
          <p:cNvSpPr/>
          <p:nvPr/>
        </p:nvSpPr>
        <p:spPr>
          <a:xfrm>
            <a:off x="238125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3" name="Picture 112" descr="healthcare.jpg"/>
          <p:cNvPicPr>
            <a:picLocks noChangeAspect="1"/>
          </p:cNvPicPr>
          <p:nvPr/>
        </p:nvPicPr>
        <p:blipFill>
          <a:blip r:embed="rId5"/>
          <a:srcRect l="11564" r="11564"/>
          <a:stretch>
            <a:fillRect/>
          </a:stretch>
        </p:blipFill>
        <p:spPr>
          <a:xfrm>
            <a:off x="1676400" y="8382893"/>
            <a:ext cx="1381125" cy="2085082"/>
          </a:xfrm>
          <a:prstGeom prst="roundRect">
            <a:avLst>
              <a:gd name="adj" fmla="val 5517"/>
            </a:avLst>
          </a:prstGeom>
        </p:spPr>
      </p:pic>
      <p:sp>
        <p:nvSpPr>
          <p:cNvPr id="114" name="box112"/>
          <p:cNvSpPr/>
          <p:nvPr/>
        </p:nvSpPr>
        <p:spPr>
          <a:xfrm>
            <a:off x="1676400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box113"/>
          <p:cNvSpPr/>
          <p:nvPr/>
        </p:nvSpPr>
        <p:spPr>
          <a:xfrm>
            <a:off x="3257550" y="1162050"/>
            <a:ext cx="8391525" cy="9410700"/>
          </a:xfrm>
          <a:prstGeom prst="roundRect">
            <a:avLst>
              <a:gd name="adj" fmla="val 1135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box114"/>
          <p:cNvSpPr/>
          <p:nvPr/>
        </p:nvSpPr>
        <p:spPr>
          <a:xfrm>
            <a:off x="3267075" y="1171575"/>
            <a:ext cx="8372475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box115"/>
          <p:cNvSpPr/>
          <p:nvPr/>
        </p:nvSpPr>
        <p:spPr>
          <a:xfrm>
            <a:off x="3267075" y="1557784"/>
            <a:ext cx="1600200" cy="466576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box116"/>
          <p:cNvSpPr/>
          <p:nvPr/>
        </p:nvSpPr>
        <p:spPr>
          <a:xfrm>
            <a:off x="4867275" y="1557784"/>
            <a:ext cx="1652588" cy="466576"/>
          </a:xfrm>
          <a:prstGeom prst="rect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box117"/>
          <p:cNvSpPr/>
          <p:nvPr/>
        </p:nvSpPr>
        <p:spPr>
          <a:xfrm>
            <a:off x="6519862" y="1557784"/>
            <a:ext cx="1600200" cy="466576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box118"/>
          <p:cNvSpPr/>
          <p:nvPr/>
        </p:nvSpPr>
        <p:spPr>
          <a:xfrm>
            <a:off x="8120062" y="1557784"/>
            <a:ext cx="1652588" cy="466576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box119"/>
          <p:cNvSpPr/>
          <p:nvPr/>
        </p:nvSpPr>
        <p:spPr>
          <a:xfrm>
            <a:off x="9772650" y="1557784"/>
            <a:ext cx="1866900" cy="466576"/>
          </a:xfrm>
          <a:prstGeom prst="rect">
            <a:avLst/>
          </a:prstGeom>
          <a:solidFill>
            <a:srgbClr val="4B58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box120"/>
          <p:cNvSpPr/>
          <p:nvPr/>
        </p:nvSpPr>
        <p:spPr>
          <a:xfrm>
            <a:off x="3267075" y="2024360"/>
            <a:ext cx="1600200" cy="178757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box121"/>
          <p:cNvSpPr/>
          <p:nvPr/>
        </p:nvSpPr>
        <p:spPr>
          <a:xfrm>
            <a:off x="3267075" y="380241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box122"/>
          <p:cNvSpPr/>
          <p:nvPr/>
        </p:nvSpPr>
        <p:spPr>
          <a:xfrm>
            <a:off x="4857750" y="2024360"/>
            <a:ext cx="9525" cy="178757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box123"/>
          <p:cNvSpPr/>
          <p:nvPr/>
        </p:nvSpPr>
        <p:spPr>
          <a:xfrm>
            <a:off x="4867275" y="2024360"/>
            <a:ext cx="1652588" cy="178757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box124"/>
          <p:cNvSpPr/>
          <p:nvPr/>
        </p:nvSpPr>
        <p:spPr>
          <a:xfrm>
            <a:off x="4867275" y="380241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box125"/>
          <p:cNvSpPr/>
          <p:nvPr/>
        </p:nvSpPr>
        <p:spPr>
          <a:xfrm>
            <a:off x="6519862" y="2024360"/>
            <a:ext cx="1600200" cy="178757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box126"/>
          <p:cNvSpPr/>
          <p:nvPr/>
        </p:nvSpPr>
        <p:spPr>
          <a:xfrm>
            <a:off x="6519862" y="380241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box127"/>
          <p:cNvSpPr/>
          <p:nvPr/>
        </p:nvSpPr>
        <p:spPr>
          <a:xfrm>
            <a:off x="8120062" y="2024360"/>
            <a:ext cx="1652588" cy="178757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box128"/>
          <p:cNvSpPr/>
          <p:nvPr/>
        </p:nvSpPr>
        <p:spPr>
          <a:xfrm>
            <a:off x="8120062" y="380241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box129"/>
          <p:cNvSpPr/>
          <p:nvPr/>
        </p:nvSpPr>
        <p:spPr>
          <a:xfrm>
            <a:off x="8205788" y="2982813"/>
            <a:ext cx="28575" cy="501402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box130"/>
          <p:cNvSpPr/>
          <p:nvPr/>
        </p:nvSpPr>
        <p:spPr>
          <a:xfrm>
            <a:off x="9772650" y="3802410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box131"/>
          <p:cNvSpPr/>
          <p:nvPr/>
        </p:nvSpPr>
        <p:spPr>
          <a:xfrm>
            <a:off x="3267075" y="3811935"/>
            <a:ext cx="1600200" cy="1054596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box132"/>
          <p:cNvSpPr/>
          <p:nvPr/>
        </p:nvSpPr>
        <p:spPr>
          <a:xfrm>
            <a:off x="3267075" y="4857006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box133"/>
          <p:cNvSpPr/>
          <p:nvPr/>
        </p:nvSpPr>
        <p:spPr>
          <a:xfrm>
            <a:off x="4857750" y="3811935"/>
            <a:ext cx="9525" cy="1054596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box134"/>
          <p:cNvSpPr/>
          <p:nvPr/>
        </p:nvSpPr>
        <p:spPr>
          <a:xfrm>
            <a:off x="4867275" y="3811935"/>
            <a:ext cx="1652588" cy="1054596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box135"/>
          <p:cNvSpPr/>
          <p:nvPr/>
        </p:nvSpPr>
        <p:spPr>
          <a:xfrm>
            <a:off x="4867275" y="4857006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box136"/>
          <p:cNvSpPr/>
          <p:nvPr/>
        </p:nvSpPr>
        <p:spPr>
          <a:xfrm>
            <a:off x="6519862" y="3811935"/>
            <a:ext cx="1600200" cy="1054596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box137"/>
          <p:cNvSpPr/>
          <p:nvPr/>
        </p:nvSpPr>
        <p:spPr>
          <a:xfrm>
            <a:off x="6519862" y="4857006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box138"/>
          <p:cNvSpPr/>
          <p:nvPr/>
        </p:nvSpPr>
        <p:spPr>
          <a:xfrm>
            <a:off x="8120062" y="3811935"/>
            <a:ext cx="1652588" cy="1054596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box139"/>
          <p:cNvSpPr/>
          <p:nvPr/>
        </p:nvSpPr>
        <p:spPr>
          <a:xfrm>
            <a:off x="8120062" y="4857006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box140"/>
          <p:cNvSpPr/>
          <p:nvPr/>
        </p:nvSpPr>
        <p:spPr>
          <a:xfrm>
            <a:off x="9772650" y="4857006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box141"/>
          <p:cNvSpPr/>
          <p:nvPr/>
        </p:nvSpPr>
        <p:spPr>
          <a:xfrm>
            <a:off x="3267075" y="4866531"/>
            <a:ext cx="8372475" cy="477143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box142"/>
          <p:cNvSpPr/>
          <p:nvPr/>
        </p:nvSpPr>
        <p:spPr>
          <a:xfrm>
            <a:off x="3267075" y="5334149"/>
            <a:ext cx="83724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box143"/>
          <p:cNvSpPr/>
          <p:nvPr/>
        </p:nvSpPr>
        <p:spPr>
          <a:xfrm>
            <a:off x="3267075" y="5343674"/>
            <a:ext cx="1600200" cy="1076623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box144"/>
          <p:cNvSpPr/>
          <p:nvPr/>
        </p:nvSpPr>
        <p:spPr>
          <a:xfrm>
            <a:off x="3267075" y="6410771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box145"/>
          <p:cNvSpPr/>
          <p:nvPr/>
        </p:nvSpPr>
        <p:spPr>
          <a:xfrm>
            <a:off x="4857750" y="5343674"/>
            <a:ext cx="9525" cy="1076623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box146"/>
          <p:cNvSpPr/>
          <p:nvPr/>
        </p:nvSpPr>
        <p:spPr>
          <a:xfrm>
            <a:off x="4867275" y="5343674"/>
            <a:ext cx="1652588" cy="1076623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box147"/>
          <p:cNvSpPr/>
          <p:nvPr/>
        </p:nvSpPr>
        <p:spPr>
          <a:xfrm>
            <a:off x="4867275" y="6410771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box148"/>
          <p:cNvSpPr/>
          <p:nvPr/>
        </p:nvSpPr>
        <p:spPr>
          <a:xfrm>
            <a:off x="6519862" y="5343674"/>
            <a:ext cx="1600200" cy="1076623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box149"/>
          <p:cNvSpPr/>
          <p:nvPr/>
        </p:nvSpPr>
        <p:spPr>
          <a:xfrm>
            <a:off x="6519862" y="6410771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box150"/>
          <p:cNvSpPr/>
          <p:nvPr/>
        </p:nvSpPr>
        <p:spPr>
          <a:xfrm>
            <a:off x="8120062" y="5343674"/>
            <a:ext cx="1652588" cy="1076623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box151"/>
          <p:cNvSpPr/>
          <p:nvPr/>
        </p:nvSpPr>
        <p:spPr>
          <a:xfrm>
            <a:off x="8120062" y="6410771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box152"/>
          <p:cNvSpPr/>
          <p:nvPr/>
        </p:nvSpPr>
        <p:spPr>
          <a:xfrm>
            <a:off x="9772650" y="6410771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box153"/>
          <p:cNvSpPr/>
          <p:nvPr/>
        </p:nvSpPr>
        <p:spPr>
          <a:xfrm>
            <a:off x="3267075" y="6420296"/>
            <a:ext cx="1600200" cy="102557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box154"/>
          <p:cNvSpPr/>
          <p:nvPr/>
        </p:nvSpPr>
        <p:spPr>
          <a:xfrm>
            <a:off x="3267075" y="7436346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box155"/>
          <p:cNvSpPr/>
          <p:nvPr/>
        </p:nvSpPr>
        <p:spPr>
          <a:xfrm>
            <a:off x="4857750" y="6420296"/>
            <a:ext cx="9525" cy="102557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box156"/>
          <p:cNvSpPr/>
          <p:nvPr/>
        </p:nvSpPr>
        <p:spPr>
          <a:xfrm>
            <a:off x="4867275" y="6420296"/>
            <a:ext cx="1652588" cy="102557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box157"/>
          <p:cNvSpPr/>
          <p:nvPr/>
        </p:nvSpPr>
        <p:spPr>
          <a:xfrm>
            <a:off x="4867275" y="7436346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box158"/>
          <p:cNvSpPr/>
          <p:nvPr/>
        </p:nvSpPr>
        <p:spPr>
          <a:xfrm>
            <a:off x="6519862" y="6420296"/>
            <a:ext cx="1600200" cy="102557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box159"/>
          <p:cNvSpPr/>
          <p:nvPr/>
        </p:nvSpPr>
        <p:spPr>
          <a:xfrm>
            <a:off x="6519862" y="7436346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box160"/>
          <p:cNvSpPr/>
          <p:nvPr/>
        </p:nvSpPr>
        <p:spPr>
          <a:xfrm>
            <a:off x="8120062" y="6420296"/>
            <a:ext cx="1652588" cy="102557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box161"/>
          <p:cNvSpPr/>
          <p:nvPr/>
        </p:nvSpPr>
        <p:spPr>
          <a:xfrm>
            <a:off x="8120062" y="7436346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box162"/>
          <p:cNvSpPr/>
          <p:nvPr/>
        </p:nvSpPr>
        <p:spPr>
          <a:xfrm>
            <a:off x="9772650" y="7436346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box163"/>
          <p:cNvSpPr/>
          <p:nvPr/>
        </p:nvSpPr>
        <p:spPr>
          <a:xfrm>
            <a:off x="3267075" y="7445871"/>
            <a:ext cx="1600200" cy="782389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box164"/>
          <p:cNvSpPr/>
          <p:nvPr/>
        </p:nvSpPr>
        <p:spPr>
          <a:xfrm>
            <a:off x="3267075" y="8218736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box165"/>
          <p:cNvSpPr/>
          <p:nvPr/>
        </p:nvSpPr>
        <p:spPr>
          <a:xfrm>
            <a:off x="4857750" y="7445871"/>
            <a:ext cx="9525" cy="782389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box166"/>
          <p:cNvSpPr/>
          <p:nvPr/>
        </p:nvSpPr>
        <p:spPr>
          <a:xfrm>
            <a:off x="4867275" y="7445871"/>
            <a:ext cx="1652588" cy="782389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box167"/>
          <p:cNvSpPr/>
          <p:nvPr/>
        </p:nvSpPr>
        <p:spPr>
          <a:xfrm>
            <a:off x="4867275" y="8218736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box168"/>
          <p:cNvSpPr/>
          <p:nvPr/>
        </p:nvSpPr>
        <p:spPr>
          <a:xfrm>
            <a:off x="6519862" y="7445871"/>
            <a:ext cx="1600200" cy="782389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box169"/>
          <p:cNvSpPr/>
          <p:nvPr/>
        </p:nvSpPr>
        <p:spPr>
          <a:xfrm>
            <a:off x="6519862" y="8218736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box170"/>
          <p:cNvSpPr/>
          <p:nvPr/>
        </p:nvSpPr>
        <p:spPr>
          <a:xfrm>
            <a:off x="8120062" y="7445871"/>
            <a:ext cx="1652588" cy="782389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box171"/>
          <p:cNvSpPr/>
          <p:nvPr/>
        </p:nvSpPr>
        <p:spPr>
          <a:xfrm>
            <a:off x="8120062" y="8218736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box172"/>
          <p:cNvSpPr/>
          <p:nvPr/>
        </p:nvSpPr>
        <p:spPr>
          <a:xfrm>
            <a:off x="9772650" y="8218736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box173"/>
          <p:cNvSpPr/>
          <p:nvPr/>
        </p:nvSpPr>
        <p:spPr>
          <a:xfrm>
            <a:off x="3267075" y="8228261"/>
            <a:ext cx="1600200" cy="13090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box174"/>
          <p:cNvSpPr/>
          <p:nvPr/>
        </p:nvSpPr>
        <p:spPr>
          <a:xfrm>
            <a:off x="3267075" y="952782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box175"/>
          <p:cNvSpPr/>
          <p:nvPr/>
        </p:nvSpPr>
        <p:spPr>
          <a:xfrm>
            <a:off x="4857750" y="8228261"/>
            <a:ext cx="9525" cy="1309092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box176"/>
          <p:cNvSpPr/>
          <p:nvPr/>
        </p:nvSpPr>
        <p:spPr>
          <a:xfrm>
            <a:off x="4867275" y="8228261"/>
            <a:ext cx="1652588" cy="1309092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box177"/>
          <p:cNvSpPr/>
          <p:nvPr/>
        </p:nvSpPr>
        <p:spPr>
          <a:xfrm>
            <a:off x="4867275" y="952782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box178"/>
          <p:cNvSpPr/>
          <p:nvPr/>
        </p:nvSpPr>
        <p:spPr>
          <a:xfrm>
            <a:off x="6519862" y="8228261"/>
            <a:ext cx="1600200" cy="1309092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box179"/>
          <p:cNvSpPr/>
          <p:nvPr/>
        </p:nvSpPr>
        <p:spPr>
          <a:xfrm>
            <a:off x="6519862" y="952782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box180"/>
          <p:cNvSpPr/>
          <p:nvPr/>
        </p:nvSpPr>
        <p:spPr>
          <a:xfrm>
            <a:off x="8120062" y="8228261"/>
            <a:ext cx="1652588" cy="1309092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box181"/>
          <p:cNvSpPr/>
          <p:nvPr/>
        </p:nvSpPr>
        <p:spPr>
          <a:xfrm>
            <a:off x="8120062" y="952782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box182"/>
          <p:cNvSpPr/>
          <p:nvPr/>
        </p:nvSpPr>
        <p:spPr>
          <a:xfrm>
            <a:off x="9772650" y="9527828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box183"/>
          <p:cNvSpPr/>
          <p:nvPr/>
        </p:nvSpPr>
        <p:spPr>
          <a:xfrm>
            <a:off x="3267075" y="9537353"/>
            <a:ext cx="1600200" cy="10258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box184"/>
          <p:cNvSpPr/>
          <p:nvPr/>
        </p:nvSpPr>
        <p:spPr>
          <a:xfrm>
            <a:off x="3267075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box185"/>
          <p:cNvSpPr/>
          <p:nvPr/>
        </p:nvSpPr>
        <p:spPr>
          <a:xfrm>
            <a:off x="4857750" y="9537353"/>
            <a:ext cx="9525" cy="1025872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box186"/>
          <p:cNvSpPr/>
          <p:nvPr/>
        </p:nvSpPr>
        <p:spPr>
          <a:xfrm>
            <a:off x="4867275" y="9537353"/>
            <a:ext cx="1652588" cy="1025872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box187"/>
          <p:cNvSpPr/>
          <p:nvPr/>
        </p:nvSpPr>
        <p:spPr>
          <a:xfrm>
            <a:off x="4867275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box188"/>
          <p:cNvSpPr/>
          <p:nvPr/>
        </p:nvSpPr>
        <p:spPr>
          <a:xfrm>
            <a:off x="6519862" y="9537353"/>
            <a:ext cx="1600200" cy="1025872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box189"/>
          <p:cNvSpPr/>
          <p:nvPr/>
        </p:nvSpPr>
        <p:spPr>
          <a:xfrm>
            <a:off x="6519862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box190"/>
          <p:cNvSpPr/>
          <p:nvPr/>
        </p:nvSpPr>
        <p:spPr>
          <a:xfrm>
            <a:off x="8120062" y="9537353"/>
            <a:ext cx="1652588" cy="1025872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box191"/>
          <p:cNvSpPr/>
          <p:nvPr/>
        </p:nvSpPr>
        <p:spPr>
          <a:xfrm>
            <a:off x="8120062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box192"/>
          <p:cNvSpPr/>
          <p:nvPr/>
        </p:nvSpPr>
        <p:spPr>
          <a:xfrm>
            <a:off x="9772650" y="10553700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box193"/>
          <p:cNvSpPr/>
          <p:nvPr/>
        </p:nvSpPr>
        <p:spPr>
          <a:xfrm>
            <a:off x="11744325" y="1162050"/>
            <a:ext cx="3238500" cy="94107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box194"/>
          <p:cNvSpPr/>
          <p:nvPr/>
        </p:nvSpPr>
        <p:spPr>
          <a:xfrm>
            <a:off x="11753850" y="1171575"/>
            <a:ext cx="321945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box195"/>
          <p:cNvSpPr/>
          <p:nvPr/>
        </p:nvSpPr>
        <p:spPr>
          <a:xfrm>
            <a:off x="11849100" y="1633984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box196"/>
          <p:cNvSpPr/>
          <p:nvPr/>
        </p:nvSpPr>
        <p:spPr>
          <a:xfrm>
            <a:off x="11858625" y="1643509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box197"/>
          <p:cNvSpPr/>
          <p:nvPr/>
        </p:nvSpPr>
        <p:spPr>
          <a:xfrm>
            <a:off x="11953875" y="2198340"/>
            <a:ext cx="914400" cy="533698"/>
          </a:xfrm>
          <a:prstGeom prst="roundRect">
            <a:avLst>
              <a:gd name="adj" fmla="val 14277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box198"/>
          <p:cNvSpPr/>
          <p:nvPr/>
        </p:nvSpPr>
        <p:spPr>
          <a:xfrm>
            <a:off x="11953875" y="3009305"/>
            <a:ext cx="914400" cy="533698"/>
          </a:xfrm>
          <a:prstGeom prst="roundRect">
            <a:avLst>
              <a:gd name="adj" fmla="val 14277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box199"/>
          <p:cNvSpPr/>
          <p:nvPr/>
        </p:nvSpPr>
        <p:spPr>
          <a:xfrm>
            <a:off x="11849100" y="386149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box200"/>
          <p:cNvSpPr/>
          <p:nvPr/>
        </p:nvSpPr>
        <p:spPr>
          <a:xfrm>
            <a:off x="11858625" y="387102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box201"/>
          <p:cNvSpPr/>
          <p:nvPr/>
        </p:nvSpPr>
        <p:spPr>
          <a:xfrm>
            <a:off x="11953875" y="4414093"/>
            <a:ext cx="914400" cy="533698"/>
          </a:xfrm>
          <a:prstGeom prst="roundRect">
            <a:avLst>
              <a:gd name="adj" fmla="val 14277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box202"/>
          <p:cNvSpPr/>
          <p:nvPr/>
        </p:nvSpPr>
        <p:spPr>
          <a:xfrm>
            <a:off x="11953875" y="5213300"/>
            <a:ext cx="914400" cy="533698"/>
          </a:xfrm>
          <a:prstGeom prst="roundRect">
            <a:avLst>
              <a:gd name="adj" fmla="val 14277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box203"/>
          <p:cNvSpPr/>
          <p:nvPr/>
        </p:nvSpPr>
        <p:spPr>
          <a:xfrm>
            <a:off x="11849100" y="608900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box204"/>
          <p:cNvSpPr/>
          <p:nvPr/>
        </p:nvSpPr>
        <p:spPr>
          <a:xfrm>
            <a:off x="11858625" y="609853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5662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box205"/>
          <p:cNvSpPr/>
          <p:nvPr/>
        </p:nvSpPr>
        <p:spPr>
          <a:xfrm>
            <a:off x="11953875" y="6709172"/>
            <a:ext cx="914400" cy="533698"/>
          </a:xfrm>
          <a:prstGeom prst="roundRect">
            <a:avLst>
              <a:gd name="adj" fmla="val 14277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box206"/>
          <p:cNvSpPr/>
          <p:nvPr/>
        </p:nvSpPr>
        <p:spPr>
          <a:xfrm>
            <a:off x="11953875" y="7540972"/>
            <a:ext cx="914400" cy="533698"/>
          </a:xfrm>
          <a:prstGeom prst="roundRect">
            <a:avLst>
              <a:gd name="adj" fmla="val 14277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box207"/>
          <p:cNvSpPr/>
          <p:nvPr/>
        </p:nvSpPr>
        <p:spPr>
          <a:xfrm>
            <a:off x="11849100" y="8316516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box208"/>
          <p:cNvSpPr/>
          <p:nvPr/>
        </p:nvSpPr>
        <p:spPr>
          <a:xfrm>
            <a:off x="11858625" y="8326041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box209"/>
          <p:cNvSpPr/>
          <p:nvPr/>
        </p:nvSpPr>
        <p:spPr>
          <a:xfrm>
            <a:off x="11953875" y="8892629"/>
            <a:ext cx="914400" cy="533698"/>
          </a:xfrm>
          <a:prstGeom prst="roundRect">
            <a:avLst>
              <a:gd name="adj" fmla="val 14277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box210"/>
          <p:cNvSpPr/>
          <p:nvPr/>
        </p:nvSpPr>
        <p:spPr>
          <a:xfrm>
            <a:off x="11953875" y="9680228"/>
            <a:ext cx="914400" cy="533698"/>
          </a:xfrm>
          <a:prstGeom prst="roundRect">
            <a:avLst>
              <a:gd name="adj" fmla="val 14277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chipbg211"/>
          <p:cNvSpPr/>
          <p:nvPr/>
        </p:nvSpPr>
        <p:spPr>
          <a:xfrm>
            <a:off x="4162425" y="680591"/>
            <a:ext cx="695325" cy="200769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chipbg212"/>
          <p:cNvSpPr/>
          <p:nvPr/>
        </p:nvSpPr>
        <p:spPr>
          <a:xfrm>
            <a:off x="5076825" y="680591"/>
            <a:ext cx="800100" cy="200769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chipbg213"/>
          <p:cNvSpPr/>
          <p:nvPr/>
        </p:nvSpPr>
        <p:spPr>
          <a:xfrm>
            <a:off x="6096000" y="680591"/>
            <a:ext cx="695325" cy="200769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chipbg214"/>
          <p:cNvSpPr/>
          <p:nvPr/>
        </p:nvSpPr>
        <p:spPr>
          <a:xfrm>
            <a:off x="7010400" y="680591"/>
            <a:ext cx="714375" cy="200769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chipbg215"/>
          <p:cNvSpPr/>
          <p:nvPr/>
        </p:nvSpPr>
        <p:spPr>
          <a:xfrm>
            <a:off x="7943850" y="680591"/>
            <a:ext cx="1009650" cy="200769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chipbg216"/>
          <p:cNvSpPr/>
          <p:nvPr/>
        </p:nvSpPr>
        <p:spPr>
          <a:xfrm>
            <a:off x="2571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chipbg217"/>
          <p:cNvSpPr/>
          <p:nvPr/>
        </p:nvSpPr>
        <p:spPr>
          <a:xfrm>
            <a:off x="295275" y="2297311"/>
            <a:ext cx="200025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chipbg218"/>
          <p:cNvSpPr/>
          <p:nvPr/>
        </p:nvSpPr>
        <p:spPr>
          <a:xfrm>
            <a:off x="2809875" y="2302222"/>
            <a:ext cx="180975" cy="180975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chipbg219"/>
          <p:cNvSpPr/>
          <p:nvPr/>
        </p:nvSpPr>
        <p:spPr>
          <a:xfrm>
            <a:off x="280988" y="2699742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chipbg220"/>
          <p:cNvSpPr/>
          <p:nvPr/>
        </p:nvSpPr>
        <p:spPr>
          <a:xfrm>
            <a:off x="2809875" y="2704654"/>
            <a:ext cx="180975" cy="180975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chipbg221"/>
          <p:cNvSpPr/>
          <p:nvPr/>
        </p:nvSpPr>
        <p:spPr>
          <a:xfrm>
            <a:off x="280988" y="3011388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chipbg222"/>
          <p:cNvSpPr/>
          <p:nvPr/>
        </p:nvSpPr>
        <p:spPr>
          <a:xfrm>
            <a:off x="2809875" y="3016300"/>
            <a:ext cx="180975" cy="180975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chipbg223"/>
          <p:cNvSpPr/>
          <p:nvPr/>
        </p:nvSpPr>
        <p:spPr>
          <a:xfrm>
            <a:off x="271462" y="3323034"/>
            <a:ext cx="247650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chipbg224"/>
          <p:cNvSpPr/>
          <p:nvPr/>
        </p:nvSpPr>
        <p:spPr>
          <a:xfrm>
            <a:off x="2828925" y="3327946"/>
            <a:ext cx="142875" cy="180975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chipbg225"/>
          <p:cNvSpPr/>
          <p:nvPr/>
        </p:nvSpPr>
        <p:spPr>
          <a:xfrm>
            <a:off x="257175" y="3634680"/>
            <a:ext cx="276225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chipbg226"/>
          <p:cNvSpPr/>
          <p:nvPr/>
        </p:nvSpPr>
        <p:spPr>
          <a:xfrm>
            <a:off x="2809875" y="3639592"/>
            <a:ext cx="180975" cy="180975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chipbg227"/>
          <p:cNvSpPr/>
          <p:nvPr/>
        </p:nvSpPr>
        <p:spPr>
          <a:xfrm>
            <a:off x="257175" y="3946327"/>
            <a:ext cx="276225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chipbg228"/>
          <p:cNvSpPr/>
          <p:nvPr/>
        </p:nvSpPr>
        <p:spPr>
          <a:xfrm>
            <a:off x="2809875" y="3951238"/>
            <a:ext cx="180975" cy="180975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chipbg229"/>
          <p:cNvSpPr/>
          <p:nvPr/>
        </p:nvSpPr>
        <p:spPr>
          <a:xfrm>
            <a:off x="280988" y="4518868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chipbg230"/>
          <p:cNvSpPr/>
          <p:nvPr/>
        </p:nvSpPr>
        <p:spPr>
          <a:xfrm>
            <a:off x="2809875" y="4523780"/>
            <a:ext cx="180975" cy="180975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chipbg231"/>
          <p:cNvSpPr/>
          <p:nvPr/>
        </p:nvSpPr>
        <p:spPr>
          <a:xfrm>
            <a:off x="266700" y="4830514"/>
            <a:ext cx="257175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chipbg232"/>
          <p:cNvSpPr/>
          <p:nvPr/>
        </p:nvSpPr>
        <p:spPr>
          <a:xfrm>
            <a:off x="2828925" y="4835426"/>
            <a:ext cx="142875" cy="180975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chipbg233"/>
          <p:cNvSpPr/>
          <p:nvPr/>
        </p:nvSpPr>
        <p:spPr>
          <a:xfrm>
            <a:off x="266700" y="5142161"/>
            <a:ext cx="257175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chipbg234"/>
          <p:cNvSpPr/>
          <p:nvPr/>
        </p:nvSpPr>
        <p:spPr>
          <a:xfrm>
            <a:off x="2828925" y="5147072"/>
            <a:ext cx="142875" cy="180975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chipbg235"/>
          <p:cNvSpPr/>
          <p:nvPr/>
        </p:nvSpPr>
        <p:spPr>
          <a:xfrm>
            <a:off x="295275" y="5453807"/>
            <a:ext cx="200025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chipbg236"/>
          <p:cNvSpPr/>
          <p:nvPr/>
        </p:nvSpPr>
        <p:spPr>
          <a:xfrm>
            <a:off x="2809875" y="5458718"/>
            <a:ext cx="180975" cy="180975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chipbg237"/>
          <p:cNvSpPr/>
          <p:nvPr/>
        </p:nvSpPr>
        <p:spPr>
          <a:xfrm>
            <a:off x="280988" y="5765453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chipbg238"/>
          <p:cNvSpPr/>
          <p:nvPr/>
        </p:nvSpPr>
        <p:spPr>
          <a:xfrm>
            <a:off x="2809875" y="5770364"/>
            <a:ext cx="180975" cy="180975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chipbg239"/>
          <p:cNvSpPr/>
          <p:nvPr/>
        </p:nvSpPr>
        <p:spPr>
          <a:xfrm>
            <a:off x="280988" y="6077099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chipbg240"/>
          <p:cNvSpPr/>
          <p:nvPr/>
        </p:nvSpPr>
        <p:spPr>
          <a:xfrm>
            <a:off x="2809875" y="6082010"/>
            <a:ext cx="180975" cy="180975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chipbg241"/>
          <p:cNvSpPr/>
          <p:nvPr/>
        </p:nvSpPr>
        <p:spPr>
          <a:xfrm>
            <a:off x="238125" y="6732687"/>
            <a:ext cx="180975" cy="180975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chipbg242"/>
          <p:cNvSpPr/>
          <p:nvPr/>
        </p:nvSpPr>
        <p:spPr>
          <a:xfrm>
            <a:off x="685800" y="6732687"/>
            <a:ext cx="142875" cy="180975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chipbg243"/>
          <p:cNvSpPr/>
          <p:nvPr/>
        </p:nvSpPr>
        <p:spPr>
          <a:xfrm>
            <a:off x="1209675" y="6732687"/>
            <a:ext cx="180975" cy="180975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chipbg244"/>
          <p:cNvSpPr/>
          <p:nvPr/>
        </p:nvSpPr>
        <p:spPr>
          <a:xfrm>
            <a:off x="33813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chipbg245"/>
          <p:cNvSpPr/>
          <p:nvPr/>
        </p:nvSpPr>
        <p:spPr>
          <a:xfrm>
            <a:off x="435292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chipbg246"/>
          <p:cNvSpPr/>
          <p:nvPr/>
        </p:nvSpPr>
        <p:spPr>
          <a:xfrm>
            <a:off x="52006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chipbg247"/>
          <p:cNvSpPr/>
          <p:nvPr/>
        </p:nvSpPr>
        <p:spPr>
          <a:xfrm>
            <a:off x="3352800" y="2928789"/>
            <a:ext cx="200025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chipbg248"/>
          <p:cNvSpPr/>
          <p:nvPr/>
        </p:nvSpPr>
        <p:spPr>
          <a:xfrm>
            <a:off x="3581400" y="2928789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chipbg249"/>
          <p:cNvSpPr/>
          <p:nvPr/>
        </p:nvSpPr>
        <p:spPr>
          <a:xfrm>
            <a:off x="3838575" y="2928789"/>
            <a:ext cx="257175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chipbg250"/>
          <p:cNvSpPr/>
          <p:nvPr/>
        </p:nvSpPr>
        <p:spPr>
          <a:xfrm>
            <a:off x="4124325" y="2928789"/>
            <a:ext cx="247650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chipbg251"/>
          <p:cNvSpPr/>
          <p:nvPr/>
        </p:nvSpPr>
        <p:spPr>
          <a:xfrm>
            <a:off x="3371850" y="3145185"/>
            <a:ext cx="390525" cy="187821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chipbg252"/>
          <p:cNvSpPr/>
          <p:nvPr/>
        </p:nvSpPr>
        <p:spPr>
          <a:xfrm>
            <a:off x="3352800" y="4457998"/>
            <a:ext cx="200025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chipbg253"/>
          <p:cNvSpPr/>
          <p:nvPr/>
        </p:nvSpPr>
        <p:spPr>
          <a:xfrm>
            <a:off x="3581400" y="4457998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chipbg254"/>
          <p:cNvSpPr/>
          <p:nvPr/>
        </p:nvSpPr>
        <p:spPr>
          <a:xfrm>
            <a:off x="3838575" y="4457998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chipbg255"/>
          <p:cNvSpPr/>
          <p:nvPr/>
        </p:nvSpPr>
        <p:spPr>
          <a:xfrm>
            <a:off x="4095750" y="4457998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chipbg256"/>
          <p:cNvSpPr/>
          <p:nvPr/>
        </p:nvSpPr>
        <p:spPr>
          <a:xfrm>
            <a:off x="4371975" y="4457998"/>
            <a:ext cx="390525" cy="187821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chipbg257"/>
          <p:cNvSpPr/>
          <p:nvPr/>
        </p:nvSpPr>
        <p:spPr>
          <a:xfrm>
            <a:off x="3352800" y="5792242"/>
            <a:ext cx="247650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chipbg258"/>
          <p:cNvSpPr/>
          <p:nvPr/>
        </p:nvSpPr>
        <p:spPr>
          <a:xfrm>
            <a:off x="3629025" y="5792242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chipbg259"/>
          <p:cNvSpPr/>
          <p:nvPr/>
        </p:nvSpPr>
        <p:spPr>
          <a:xfrm>
            <a:off x="3886200" y="5792242"/>
            <a:ext cx="257175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chipbg260"/>
          <p:cNvSpPr/>
          <p:nvPr/>
        </p:nvSpPr>
        <p:spPr>
          <a:xfrm>
            <a:off x="3371850" y="6008638"/>
            <a:ext cx="1447800" cy="187821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chipbg261"/>
          <p:cNvSpPr/>
          <p:nvPr/>
        </p:nvSpPr>
        <p:spPr>
          <a:xfrm>
            <a:off x="3352800" y="6951464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chipbg262"/>
          <p:cNvSpPr/>
          <p:nvPr/>
        </p:nvSpPr>
        <p:spPr>
          <a:xfrm>
            <a:off x="3609975" y="6951464"/>
            <a:ext cx="276225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chipbg263"/>
          <p:cNvSpPr/>
          <p:nvPr/>
        </p:nvSpPr>
        <p:spPr>
          <a:xfrm>
            <a:off x="3933825" y="6951464"/>
            <a:ext cx="390525" cy="187821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chipbg264"/>
          <p:cNvSpPr/>
          <p:nvPr/>
        </p:nvSpPr>
        <p:spPr>
          <a:xfrm>
            <a:off x="3352800" y="7855446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chipbg265"/>
          <p:cNvSpPr/>
          <p:nvPr/>
        </p:nvSpPr>
        <p:spPr>
          <a:xfrm>
            <a:off x="3609975" y="7855446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chipbg266"/>
          <p:cNvSpPr/>
          <p:nvPr/>
        </p:nvSpPr>
        <p:spPr>
          <a:xfrm>
            <a:off x="3886200" y="7855446"/>
            <a:ext cx="419100" cy="187821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chipbg267"/>
          <p:cNvSpPr/>
          <p:nvPr/>
        </p:nvSpPr>
        <p:spPr>
          <a:xfrm>
            <a:off x="3352800" y="8793063"/>
            <a:ext cx="276225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chipbg268"/>
          <p:cNvSpPr/>
          <p:nvPr/>
        </p:nvSpPr>
        <p:spPr>
          <a:xfrm>
            <a:off x="3657600" y="8793063"/>
            <a:ext cx="276225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chipbg269"/>
          <p:cNvSpPr/>
          <p:nvPr/>
        </p:nvSpPr>
        <p:spPr>
          <a:xfrm>
            <a:off x="3962400" y="8793063"/>
            <a:ext cx="228600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chipbg270"/>
          <p:cNvSpPr/>
          <p:nvPr/>
        </p:nvSpPr>
        <p:spPr>
          <a:xfrm>
            <a:off x="3371850" y="9009459"/>
            <a:ext cx="1476375" cy="187821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chipbg271"/>
          <p:cNvSpPr/>
          <p:nvPr/>
        </p:nvSpPr>
        <p:spPr>
          <a:xfrm>
            <a:off x="3352800" y="10068669"/>
            <a:ext cx="276225" cy="187821"/>
          </a:xfrm>
          <a:prstGeom prst="roundRect">
            <a:avLst>
              <a:gd name="adj" fmla="val 20285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chipbg272"/>
          <p:cNvSpPr/>
          <p:nvPr/>
        </p:nvSpPr>
        <p:spPr>
          <a:xfrm>
            <a:off x="3657600" y="10068669"/>
            <a:ext cx="200025" cy="187821"/>
          </a:xfrm>
          <a:prstGeom prst="roundRect">
            <a:avLst>
              <a:gd name="adj" fmla="val 20285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chipbg273"/>
          <p:cNvSpPr/>
          <p:nvPr/>
        </p:nvSpPr>
        <p:spPr>
          <a:xfrm>
            <a:off x="3905250" y="10068669"/>
            <a:ext cx="390525" cy="187821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chipbg274"/>
          <p:cNvSpPr/>
          <p:nvPr/>
        </p:nvSpPr>
        <p:spPr>
          <a:xfrm>
            <a:off x="118681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text275"/>
          <p:cNvSpPr txBox="1"/>
          <p:nvPr/>
        </p:nvSpPr>
        <p:spPr>
          <a:xfrm>
            <a:off x="4162425" y="242441"/>
            <a:ext cx="5580698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5"/>
              </a:lnSpc>
            </a:pPr>
            <a:r>
              <a:rPr sz="22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Strategy Storyboard </a:t>
            </a:r>
            <a:r>
              <a:rPr sz="2250" b="1">
                <a:solidFill>
                  <a:srgbClr val="C39A2E"/>
                </a:solidFill>
                <a:latin typeface="Kanit"/>
                <a:ea typeface="Kanit"/>
                <a:cs typeface="Kanit"/>
              </a:rPr>
              <a:t>2569–2573</a:t>
            </a:r>
          </a:p>
        </p:txBody>
      </p:sp>
      <p:sp>
        <p:nvSpPr>
          <p:cNvPr id="278" name="text276"/>
          <p:cNvSpPr txBox="1"/>
          <p:nvPr/>
        </p:nvSpPr>
        <p:spPr>
          <a:xfrm>
            <a:off x="4905375" y="671066"/>
            <a:ext cx="35242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79" name="text277"/>
          <p:cNvSpPr txBox="1"/>
          <p:nvPr/>
        </p:nvSpPr>
        <p:spPr>
          <a:xfrm>
            <a:off x="5924550" y="671066"/>
            <a:ext cx="35242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0" name="text278"/>
          <p:cNvSpPr txBox="1"/>
          <p:nvPr/>
        </p:nvSpPr>
        <p:spPr>
          <a:xfrm>
            <a:off x="6838950" y="671066"/>
            <a:ext cx="35242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1" name="text279"/>
          <p:cNvSpPr txBox="1"/>
          <p:nvPr/>
        </p:nvSpPr>
        <p:spPr>
          <a:xfrm>
            <a:off x="7772400" y="671066"/>
            <a:ext cx="35242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2" name="text280"/>
          <p:cNvSpPr txBox="1"/>
          <p:nvPr/>
        </p:nvSpPr>
        <p:spPr>
          <a:xfrm>
            <a:off x="9132838" y="847725"/>
            <a:ext cx="10287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75"/>
              </a:lnSpc>
            </a:pPr>
            <a:r>
              <a:rPr sz="9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เสื้อผ้าสำเร็จรูป</a:t>
            </a:r>
          </a:p>
        </p:txBody>
      </p:sp>
      <p:sp>
        <p:nvSpPr>
          <p:cNvPr id="283" name="text281"/>
          <p:cNvSpPr txBox="1"/>
          <p:nvPr/>
        </p:nvSpPr>
        <p:spPr>
          <a:xfrm>
            <a:off x="10017532" y="847725"/>
            <a:ext cx="119586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75"/>
              </a:lnSpc>
            </a:pPr>
            <a:r>
              <a:rPr sz="9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เครื่องแบบองค์กร</a:t>
            </a:r>
          </a:p>
        </p:txBody>
      </p:sp>
      <p:sp>
        <p:nvSpPr>
          <p:cNvPr id="284" name="text282"/>
          <p:cNvSpPr txBox="1"/>
          <p:nvPr/>
        </p:nvSpPr>
        <p:spPr>
          <a:xfrm>
            <a:off x="11140261" y="847725"/>
            <a:ext cx="88725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75"/>
              </a:lnSpc>
            </a:pPr>
            <a:r>
              <a:rPr sz="9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ชุดการแพทย์</a:t>
            </a:r>
          </a:p>
        </p:txBody>
      </p:sp>
      <p:sp>
        <p:nvSpPr>
          <p:cNvPr id="285" name="text283"/>
          <p:cNvSpPr txBox="1"/>
          <p:nvPr/>
        </p:nvSpPr>
        <p:spPr>
          <a:xfrm>
            <a:off x="12252127" y="847725"/>
            <a:ext cx="6000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75"/>
              </a:lnSpc>
            </a:pPr>
            <a:r>
              <a:rPr sz="9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ชุดกีฬา</a:t>
            </a:r>
          </a:p>
        </p:txBody>
      </p:sp>
      <p:sp>
        <p:nvSpPr>
          <p:cNvPr id="286" name="text284"/>
          <p:cNvSpPr txBox="1"/>
          <p:nvPr/>
        </p:nvSpPr>
        <p:spPr>
          <a:xfrm>
            <a:off x="13038386" y="847725"/>
            <a:ext cx="96440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75"/>
              </a:lnSpc>
            </a:pPr>
            <a:r>
              <a:rPr sz="9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เสื้อยืด / ชั้นใน</a:t>
            </a:r>
          </a:p>
        </p:txBody>
      </p:sp>
      <p:sp>
        <p:nvSpPr>
          <p:cNvPr id="287" name="text285"/>
          <p:cNvSpPr txBox="1"/>
          <p:nvPr/>
        </p:nvSpPr>
        <p:spPr>
          <a:xfrm>
            <a:off x="14060388" y="847725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75"/>
              </a:lnSpc>
            </a:pPr>
            <a:r>
              <a:rPr sz="9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ผ้านวัตกรรม</a:t>
            </a:r>
          </a:p>
        </p:txBody>
      </p:sp>
      <p:sp>
        <p:nvSpPr>
          <p:cNvPr id="288" name="text286"/>
          <p:cNvSpPr txBox="1"/>
          <p:nvPr/>
        </p:nvSpPr>
        <p:spPr>
          <a:xfrm>
            <a:off x="581025" y="1209675"/>
            <a:ext cx="2044541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SFAS ปัจจัยที่เลือก</a:t>
            </a:r>
          </a:p>
        </p:txBody>
      </p:sp>
      <p:sp>
        <p:nvSpPr>
          <p:cNvPr id="289" name="text287"/>
          <p:cNvSpPr txBox="1"/>
          <p:nvPr/>
        </p:nvSpPr>
        <p:spPr>
          <a:xfrm>
            <a:off x="581025" y="1633984"/>
            <a:ext cx="5619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ปัจจัย</a:t>
            </a:r>
          </a:p>
        </p:txBody>
      </p:sp>
      <p:sp>
        <p:nvSpPr>
          <p:cNvPr id="290" name="text288"/>
          <p:cNvSpPr txBox="1"/>
          <p:nvPr/>
        </p:nvSpPr>
        <p:spPr>
          <a:xfrm>
            <a:off x="1933575" y="1633984"/>
            <a:ext cx="3524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</a:t>
            </a:r>
          </a:p>
        </p:txBody>
      </p:sp>
      <p:sp>
        <p:nvSpPr>
          <p:cNvPr id="291" name="text289"/>
          <p:cNvSpPr txBox="1"/>
          <p:nvPr/>
        </p:nvSpPr>
        <p:spPr>
          <a:xfrm>
            <a:off x="2190750" y="1633984"/>
            <a:ext cx="3143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R</a:t>
            </a:r>
          </a:p>
        </p:txBody>
      </p:sp>
      <p:sp>
        <p:nvSpPr>
          <p:cNvPr id="292" name="text290"/>
          <p:cNvSpPr txBox="1"/>
          <p:nvPr/>
        </p:nvSpPr>
        <p:spPr>
          <a:xfrm>
            <a:off x="2366962" y="1633984"/>
            <a:ext cx="4286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WS</a:t>
            </a:r>
          </a:p>
        </p:txBody>
      </p:sp>
      <p:sp>
        <p:nvSpPr>
          <p:cNvPr id="293" name="text291"/>
          <p:cNvSpPr txBox="1"/>
          <p:nvPr/>
        </p:nvSpPr>
        <p:spPr>
          <a:xfrm>
            <a:off x="2657475" y="1633984"/>
            <a:ext cx="4857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ระยะ</a:t>
            </a:r>
          </a:p>
        </p:txBody>
      </p:sp>
      <p:sp>
        <p:nvSpPr>
          <p:cNvPr id="294" name="text292"/>
          <p:cNvSpPr txBox="1"/>
          <p:nvPr/>
        </p:nvSpPr>
        <p:spPr>
          <a:xfrm>
            <a:off x="295275" y="1888480"/>
            <a:ext cx="964406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ปัจจัยภายใน</a:t>
            </a:r>
          </a:p>
        </p:txBody>
      </p:sp>
      <p:sp>
        <p:nvSpPr>
          <p:cNvPr id="295" name="text293"/>
          <p:cNvSpPr txBox="1"/>
          <p:nvPr/>
        </p:nvSpPr>
        <p:spPr>
          <a:xfrm>
            <a:off x="571500" y="2187476"/>
            <a:ext cx="1447800" cy="375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ครบวงจร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OEM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/ODM</a:t>
            </a:r>
          </a:p>
        </p:txBody>
      </p:sp>
      <p:sp>
        <p:nvSpPr>
          <p:cNvPr id="296" name="text294"/>
          <p:cNvSpPr txBox="1"/>
          <p:nvPr/>
        </p:nvSpPr>
        <p:spPr>
          <a:xfrm>
            <a:off x="1905000" y="2284512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297" name="text295"/>
          <p:cNvSpPr txBox="1"/>
          <p:nvPr/>
        </p:nvSpPr>
        <p:spPr>
          <a:xfrm>
            <a:off x="2195512" y="2284512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298" name="text296"/>
          <p:cNvSpPr txBox="1"/>
          <p:nvPr/>
        </p:nvSpPr>
        <p:spPr>
          <a:xfrm>
            <a:off x="2328862" y="2284512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299" name="text297"/>
          <p:cNvSpPr txBox="1"/>
          <p:nvPr/>
        </p:nvSpPr>
        <p:spPr>
          <a:xfrm>
            <a:off x="571500" y="2686943"/>
            <a:ext cx="17873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นวัตกรรม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สิ่งทอ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รักษ์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โลก</a:t>
            </a:r>
          </a:p>
        </p:txBody>
      </p:sp>
      <p:sp>
        <p:nvSpPr>
          <p:cNvPr id="300" name="text298"/>
          <p:cNvSpPr txBox="1"/>
          <p:nvPr/>
        </p:nvSpPr>
        <p:spPr>
          <a:xfrm>
            <a:off x="1905000" y="2686943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01" name="text299"/>
          <p:cNvSpPr txBox="1"/>
          <p:nvPr/>
        </p:nvSpPr>
        <p:spPr>
          <a:xfrm>
            <a:off x="2195512" y="2686943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02" name="text300"/>
          <p:cNvSpPr txBox="1"/>
          <p:nvPr/>
        </p:nvSpPr>
        <p:spPr>
          <a:xfrm>
            <a:off x="2328862" y="2686943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0.45</a:t>
            </a:r>
          </a:p>
        </p:txBody>
      </p:sp>
      <p:sp>
        <p:nvSpPr>
          <p:cNvPr id="303" name="text301"/>
          <p:cNvSpPr txBox="1"/>
          <p:nvPr/>
        </p:nvSpPr>
        <p:spPr>
          <a:xfrm>
            <a:off x="571500" y="2998589"/>
            <a:ext cx="144018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ฐานะ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การเงิน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มั่นคง</a:t>
            </a:r>
          </a:p>
        </p:txBody>
      </p:sp>
      <p:sp>
        <p:nvSpPr>
          <p:cNvPr id="304" name="text302"/>
          <p:cNvSpPr txBox="1"/>
          <p:nvPr/>
        </p:nvSpPr>
        <p:spPr>
          <a:xfrm>
            <a:off x="1905000" y="2998589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.07</a:t>
            </a:r>
          </a:p>
        </p:txBody>
      </p:sp>
      <p:sp>
        <p:nvSpPr>
          <p:cNvPr id="305" name="text303"/>
          <p:cNvSpPr txBox="1"/>
          <p:nvPr/>
        </p:nvSpPr>
        <p:spPr>
          <a:xfrm>
            <a:off x="2195512" y="2998589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06" name="text304"/>
          <p:cNvSpPr txBox="1"/>
          <p:nvPr/>
        </p:nvSpPr>
        <p:spPr>
          <a:xfrm>
            <a:off x="2328862" y="2998589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0.21</a:t>
            </a:r>
          </a:p>
        </p:txBody>
      </p:sp>
      <p:sp>
        <p:nvSpPr>
          <p:cNvPr id="307" name="text305"/>
          <p:cNvSpPr txBox="1"/>
          <p:nvPr/>
        </p:nvSpPr>
        <p:spPr>
          <a:xfrm>
            <a:off x="571500" y="3310235"/>
            <a:ext cx="165877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ICC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40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%</a:t>
            </a:r>
          </a:p>
        </p:txBody>
      </p:sp>
      <p:sp>
        <p:nvSpPr>
          <p:cNvPr id="308" name="text306"/>
          <p:cNvSpPr txBox="1"/>
          <p:nvPr/>
        </p:nvSpPr>
        <p:spPr>
          <a:xfrm>
            <a:off x="1905000" y="3310235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.12</a:t>
            </a:r>
          </a:p>
        </p:txBody>
      </p:sp>
      <p:sp>
        <p:nvSpPr>
          <p:cNvPr id="309" name="text307"/>
          <p:cNvSpPr txBox="1"/>
          <p:nvPr/>
        </p:nvSpPr>
        <p:spPr>
          <a:xfrm>
            <a:off x="2195512" y="3310235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10" name="text308"/>
          <p:cNvSpPr txBox="1"/>
          <p:nvPr/>
        </p:nvSpPr>
        <p:spPr>
          <a:xfrm>
            <a:off x="2328862" y="3310235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11" name="text309"/>
          <p:cNvSpPr txBox="1"/>
          <p:nvPr/>
        </p:nvSpPr>
        <p:spPr>
          <a:xfrm>
            <a:off x="571500" y="3621881"/>
            <a:ext cx="129873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แรงงาน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สูง</a:t>
            </a:r>
          </a:p>
        </p:txBody>
      </p:sp>
      <p:sp>
        <p:nvSpPr>
          <p:cNvPr id="312" name="text310"/>
          <p:cNvSpPr txBox="1"/>
          <p:nvPr/>
        </p:nvSpPr>
        <p:spPr>
          <a:xfrm>
            <a:off x="1905000" y="3621881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13" name="text311"/>
          <p:cNvSpPr txBox="1"/>
          <p:nvPr/>
        </p:nvSpPr>
        <p:spPr>
          <a:xfrm>
            <a:off x="2195512" y="3621881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14" name="text312"/>
          <p:cNvSpPr txBox="1"/>
          <p:nvPr/>
        </p:nvSpPr>
        <p:spPr>
          <a:xfrm>
            <a:off x="2328862" y="3621881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0.16</a:t>
            </a:r>
          </a:p>
        </p:txBody>
      </p:sp>
      <p:sp>
        <p:nvSpPr>
          <p:cNvPr id="315" name="text313"/>
          <p:cNvSpPr txBox="1"/>
          <p:nvPr/>
        </p:nvSpPr>
        <p:spPr>
          <a:xfrm>
            <a:off x="571500" y="3933527"/>
            <a:ext cx="126015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สูง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หมุน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ช้า</a:t>
            </a:r>
          </a:p>
        </p:txBody>
      </p:sp>
      <p:sp>
        <p:nvSpPr>
          <p:cNvPr id="316" name="text314"/>
          <p:cNvSpPr txBox="1"/>
          <p:nvPr/>
        </p:nvSpPr>
        <p:spPr>
          <a:xfrm>
            <a:off x="1905000" y="3933527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17" name="text315"/>
          <p:cNvSpPr txBox="1"/>
          <p:nvPr/>
        </p:nvSpPr>
        <p:spPr>
          <a:xfrm>
            <a:off x="2195512" y="3933527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18" name="text316"/>
          <p:cNvSpPr txBox="1"/>
          <p:nvPr/>
        </p:nvSpPr>
        <p:spPr>
          <a:xfrm>
            <a:off x="2328862" y="3933527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0.18</a:t>
            </a:r>
          </a:p>
        </p:txBody>
      </p:sp>
      <p:sp>
        <p:nvSpPr>
          <p:cNvPr id="319" name="text317"/>
          <p:cNvSpPr txBox="1"/>
          <p:nvPr/>
        </p:nvSpPr>
        <p:spPr>
          <a:xfrm>
            <a:off x="295275" y="4200823"/>
            <a:ext cx="113157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ปัจจัยภายนอก</a:t>
            </a:r>
          </a:p>
        </p:txBody>
      </p:sp>
      <p:sp>
        <p:nvSpPr>
          <p:cNvPr id="320" name="text318"/>
          <p:cNvSpPr txBox="1"/>
          <p:nvPr/>
        </p:nvSpPr>
        <p:spPr>
          <a:xfrm>
            <a:off x="571500" y="4506069"/>
            <a:ext cx="156876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เทรนด์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รักษ์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โลก</a:t>
            </a:r>
          </a:p>
        </p:txBody>
      </p:sp>
      <p:sp>
        <p:nvSpPr>
          <p:cNvPr id="321" name="text319"/>
          <p:cNvSpPr txBox="1"/>
          <p:nvPr/>
        </p:nvSpPr>
        <p:spPr>
          <a:xfrm>
            <a:off x="1905000" y="4506069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322" name="text320"/>
          <p:cNvSpPr txBox="1"/>
          <p:nvPr/>
        </p:nvSpPr>
        <p:spPr>
          <a:xfrm>
            <a:off x="2195512" y="4506069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23" name="text321"/>
          <p:cNvSpPr txBox="1"/>
          <p:nvPr/>
        </p:nvSpPr>
        <p:spPr>
          <a:xfrm>
            <a:off x="2328862" y="4506069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324" name="text322"/>
          <p:cNvSpPr txBox="1"/>
          <p:nvPr/>
        </p:nvSpPr>
        <p:spPr>
          <a:xfrm>
            <a:off x="571500" y="4817715"/>
            <a:ext cx="16716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ชุด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เฉพาะทาง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โต</a:t>
            </a:r>
          </a:p>
        </p:txBody>
      </p:sp>
      <p:sp>
        <p:nvSpPr>
          <p:cNvPr id="325" name="text323"/>
          <p:cNvSpPr txBox="1"/>
          <p:nvPr/>
        </p:nvSpPr>
        <p:spPr>
          <a:xfrm>
            <a:off x="1905000" y="4817715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26" name="text324"/>
          <p:cNvSpPr txBox="1"/>
          <p:nvPr/>
        </p:nvSpPr>
        <p:spPr>
          <a:xfrm>
            <a:off x="2195512" y="4817715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27" name="text325"/>
          <p:cNvSpPr txBox="1"/>
          <p:nvPr/>
        </p:nvSpPr>
        <p:spPr>
          <a:xfrm>
            <a:off x="2328862" y="4817715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28" name="text326"/>
          <p:cNvSpPr txBox="1"/>
          <p:nvPr/>
        </p:nvSpPr>
        <p:spPr>
          <a:xfrm>
            <a:off x="571500" y="5129361"/>
            <a:ext cx="131159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สิทธิ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ภาษี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อาเซียน</a:t>
            </a:r>
          </a:p>
        </p:txBody>
      </p:sp>
      <p:sp>
        <p:nvSpPr>
          <p:cNvPr id="329" name="text327"/>
          <p:cNvSpPr txBox="1"/>
          <p:nvPr/>
        </p:nvSpPr>
        <p:spPr>
          <a:xfrm>
            <a:off x="1905000" y="5129361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30" name="text328"/>
          <p:cNvSpPr txBox="1"/>
          <p:nvPr/>
        </p:nvSpPr>
        <p:spPr>
          <a:xfrm>
            <a:off x="2195512" y="5129361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31" name="text329"/>
          <p:cNvSpPr txBox="1"/>
          <p:nvPr/>
        </p:nvSpPr>
        <p:spPr>
          <a:xfrm>
            <a:off x="2328862" y="5129361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32" name="text330"/>
          <p:cNvSpPr txBox="1"/>
          <p:nvPr/>
        </p:nvSpPr>
        <p:spPr>
          <a:xfrm>
            <a:off x="571500" y="5441007"/>
            <a:ext cx="141446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กำแพงภาษี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สหรัฐฯ</a:t>
            </a:r>
          </a:p>
        </p:txBody>
      </p:sp>
      <p:sp>
        <p:nvSpPr>
          <p:cNvPr id="333" name="text331"/>
          <p:cNvSpPr txBox="1"/>
          <p:nvPr/>
        </p:nvSpPr>
        <p:spPr>
          <a:xfrm>
            <a:off x="1905000" y="5441007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.11</a:t>
            </a:r>
          </a:p>
        </p:txBody>
      </p:sp>
      <p:sp>
        <p:nvSpPr>
          <p:cNvPr id="334" name="text332"/>
          <p:cNvSpPr txBox="1"/>
          <p:nvPr/>
        </p:nvSpPr>
        <p:spPr>
          <a:xfrm>
            <a:off x="2195512" y="5441007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35" name="text333"/>
          <p:cNvSpPr txBox="1"/>
          <p:nvPr/>
        </p:nvSpPr>
        <p:spPr>
          <a:xfrm>
            <a:off x="2328862" y="5441007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0.22</a:t>
            </a:r>
          </a:p>
        </p:txBody>
      </p:sp>
      <p:sp>
        <p:nvSpPr>
          <p:cNvPr id="336" name="text334"/>
          <p:cNvSpPr txBox="1"/>
          <p:nvPr/>
        </p:nvSpPr>
        <p:spPr>
          <a:xfrm>
            <a:off x="571500" y="5752654"/>
            <a:ext cx="12858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แข่งขัน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ด้าน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ราคา</a:t>
            </a:r>
          </a:p>
        </p:txBody>
      </p:sp>
      <p:sp>
        <p:nvSpPr>
          <p:cNvPr id="337" name="text335"/>
          <p:cNvSpPr txBox="1"/>
          <p:nvPr/>
        </p:nvSpPr>
        <p:spPr>
          <a:xfrm>
            <a:off x="1905000" y="5752654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38" name="text336"/>
          <p:cNvSpPr txBox="1"/>
          <p:nvPr/>
        </p:nvSpPr>
        <p:spPr>
          <a:xfrm>
            <a:off x="2195512" y="5752654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39" name="text337"/>
          <p:cNvSpPr txBox="1"/>
          <p:nvPr/>
        </p:nvSpPr>
        <p:spPr>
          <a:xfrm>
            <a:off x="2328862" y="5752654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40" name="text338"/>
          <p:cNvSpPr txBox="1"/>
          <p:nvPr/>
        </p:nvSpPr>
        <p:spPr>
          <a:xfrm>
            <a:off x="571500" y="6064300"/>
            <a:ext cx="182594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สงคราม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ราคา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ในประเทศ</a:t>
            </a:r>
          </a:p>
        </p:txBody>
      </p:sp>
      <p:sp>
        <p:nvSpPr>
          <p:cNvPr id="341" name="text339"/>
          <p:cNvSpPr txBox="1"/>
          <p:nvPr/>
        </p:nvSpPr>
        <p:spPr>
          <a:xfrm>
            <a:off x="1905000" y="6064300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.06</a:t>
            </a:r>
          </a:p>
        </p:txBody>
      </p:sp>
      <p:sp>
        <p:nvSpPr>
          <p:cNvPr id="342" name="text340"/>
          <p:cNvSpPr txBox="1"/>
          <p:nvPr/>
        </p:nvSpPr>
        <p:spPr>
          <a:xfrm>
            <a:off x="2195512" y="6064300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43" name="text341"/>
          <p:cNvSpPr txBox="1"/>
          <p:nvPr/>
        </p:nvSpPr>
        <p:spPr>
          <a:xfrm>
            <a:off x="2328862" y="6064300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0.12</a:t>
            </a:r>
          </a:p>
        </p:txBody>
      </p:sp>
      <p:sp>
        <p:nvSpPr>
          <p:cNvPr id="344" name="text342"/>
          <p:cNvSpPr txBox="1"/>
          <p:nvPr/>
        </p:nvSpPr>
        <p:spPr>
          <a:xfrm>
            <a:off x="571500" y="6360170"/>
            <a:ext cx="1002982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คะแนน</a:t>
            </a: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รวม</a:t>
            </a:r>
          </a:p>
        </p:txBody>
      </p:sp>
      <p:sp>
        <p:nvSpPr>
          <p:cNvPr id="345" name="text343"/>
          <p:cNvSpPr txBox="1"/>
          <p:nvPr/>
        </p:nvSpPr>
        <p:spPr>
          <a:xfrm>
            <a:off x="1847850" y="6360170"/>
            <a:ext cx="523875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1.00</a:t>
            </a:r>
          </a:p>
        </p:txBody>
      </p:sp>
      <p:sp>
        <p:nvSpPr>
          <p:cNvPr id="346" name="text344"/>
          <p:cNvSpPr txBox="1"/>
          <p:nvPr/>
        </p:nvSpPr>
        <p:spPr>
          <a:xfrm>
            <a:off x="2324100" y="6360170"/>
            <a:ext cx="5143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3.22</a:t>
            </a:r>
          </a:p>
        </p:txBody>
      </p:sp>
      <p:sp>
        <p:nvSpPr>
          <p:cNvPr id="347" name="text345"/>
          <p:cNvSpPr txBox="1"/>
          <p:nvPr/>
        </p:nvSpPr>
        <p:spPr>
          <a:xfrm>
            <a:off x="419100" y="6723162"/>
            <a:ext cx="4191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สั้น</a:t>
            </a:r>
          </a:p>
        </p:txBody>
      </p:sp>
      <p:sp>
        <p:nvSpPr>
          <p:cNvPr id="348" name="text346"/>
          <p:cNvSpPr txBox="1"/>
          <p:nvPr/>
        </p:nvSpPr>
        <p:spPr>
          <a:xfrm>
            <a:off x="828675" y="6723162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กลาง</a:t>
            </a:r>
          </a:p>
        </p:txBody>
      </p:sp>
      <p:sp>
        <p:nvSpPr>
          <p:cNvPr id="349" name="text347"/>
          <p:cNvSpPr txBox="1"/>
          <p:nvPr/>
        </p:nvSpPr>
        <p:spPr>
          <a:xfrm>
            <a:off x="1390650" y="6723162"/>
            <a:ext cx="4667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ยาว</a:t>
            </a:r>
          </a:p>
        </p:txBody>
      </p:sp>
      <p:sp>
        <p:nvSpPr>
          <p:cNvPr id="350" name="text348"/>
          <p:cNvSpPr txBox="1"/>
          <p:nvPr/>
        </p:nvSpPr>
        <p:spPr>
          <a:xfrm>
            <a:off x="381000" y="7043886"/>
            <a:ext cx="149161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ทิศทาง</a:t>
            </a:r>
            <a:r>
              <a:rPr sz="150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กลยุทธ์</a:t>
            </a:r>
          </a:p>
        </p:txBody>
      </p:sp>
      <p:sp>
        <p:nvSpPr>
          <p:cNvPr id="351" name="text349"/>
          <p:cNvSpPr txBox="1"/>
          <p:nvPr/>
        </p:nvSpPr>
        <p:spPr>
          <a:xfrm>
            <a:off x="400050" y="7379047"/>
            <a:ext cx="325326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1.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S1 S2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หา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W1 T1</a:t>
            </a:r>
          </a:p>
        </p:txBody>
      </p:sp>
      <p:sp>
        <p:nvSpPr>
          <p:cNvPr id="352" name="text350"/>
          <p:cNvSpPr txBox="1"/>
          <p:nvPr/>
        </p:nvSpPr>
        <p:spPr>
          <a:xfrm>
            <a:off x="400050" y="7662862"/>
            <a:ext cx="2790349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แก้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W2 W3</a:t>
            </a:r>
          </a:p>
        </p:txBody>
      </p:sp>
      <p:sp>
        <p:nvSpPr>
          <p:cNvPr id="353" name="text351"/>
          <p:cNvSpPr txBox="1"/>
          <p:nvPr/>
        </p:nvSpPr>
        <p:spPr>
          <a:xfrm>
            <a:off x="400050" y="7946678"/>
            <a:ext cx="243030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รับ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O1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ต่อยอด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“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”</a:t>
            </a:r>
          </a:p>
        </p:txBody>
      </p:sp>
      <p:sp>
        <p:nvSpPr>
          <p:cNvPr id="354" name="text352"/>
          <p:cNvSpPr txBox="1"/>
          <p:nvPr/>
        </p:nvSpPr>
        <p:spPr>
          <a:xfrm>
            <a:off x="295275" y="10235952"/>
            <a:ext cx="123444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 สิ่งทอรักษ์โลก</a:t>
            </a:r>
          </a:p>
        </p:txBody>
      </p:sp>
      <p:sp>
        <p:nvSpPr>
          <p:cNvPr id="355" name="text353"/>
          <p:cNvSpPr txBox="1"/>
          <p:nvPr/>
        </p:nvSpPr>
        <p:spPr>
          <a:xfrm>
            <a:off x="1733550" y="10235952"/>
            <a:ext cx="118300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 ชุดเฉพาะทาง</a:t>
            </a:r>
          </a:p>
        </p:txBody>
      </p:sp>
      <p:sp>
        <p:nvSpPr>
          <p:cNvPr id="356" name="text354"/>
          <p:cNvSpPr txBox="1"/>
          <p:nvPr/>
        </p:nvSpPr>
        <p:spPr>
          <a:xfrm>
            <a:off x="3705225" y="1209675"/>
            <a:ext cx="800100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องค์กร</a:t>
            </a:r>
          </a:p>
        </p:txBody>
      </p:sp>
      <p:sp>
        <p:nvSpPr>
          <p:cNvPr id="357" name="text355"/>
          <p:cNvSpPr txBox="1"/>
          <p:nvPr/>
        </p:nvSpPr>
        <p:spPr>
          <a:xfrm>
            <a:off x="4676775" y="1209675"/>
            <a:ext cx="6762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ธุรกิจ</a:t>
            </a:r>
          </a:p>
        </p:txBody>
      </p:sp>
      <p:sp>
        <p:nvSpPr>
          <p:cNvPr id="358" name="text356"/>
          <p:cNvSpPr txBox="1"/>
          <p:nvPr/>
        </p:nvSpPr>
        <p:spPr>
          <a:xfrm>
            <a:off x="5524500" y="1209675"/>
            <a:ext cx="3844766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หน้าที่ — กลยุทธ์และการนำไปปฏิบัติ</a:t>
            </a:r>
          </a:p>
        </p:txBody>
      </p:sp>
      <p:sp>
        <p:nvSpPr>
          <p:cNvPr id="359" name="text357"/>
          <p:cNvSpPr txBox="1"/>
          <p:nvPr/>
        </p:nvSpPr>
        <p:spPr>
          <a:xfrm>
            <a:off x="3352800" y="1659582"/>
            <a:ext cx="742950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กลยุทธ์</a:t>
            </a:r>
          </a:p>
        </p:txBody>
      </p:sp>
      <p:sp>
        <p:nvSpPr>
          <p:cNvPr id="360" name="text358"/>
          <p:cNvSpPr txBox="1"/>
          <p:nvPr/>
        </p:nvSpPr>
        <p:spPr>
          <a:xfrm>
            <a:off x="4953000" y="1576834"/>
            <a:ext cx="111871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2569–2570</a:t>
            </a:r>
          </a:p>
        </p:txBody>
      </p:sp>
      <p:sp>
        <p:nvSpPr>
          <p:cNvPr id="361" name="text359"/>
          <p:cNvSpPr txBox="1"/>
          <p:nvPr/>
        </p:nvSpPr>
        <p:spPr>
          <a:xfrm>
            <a:off x="4953000" y="1801564"/>
            <a:ext cx="95154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ฟื้น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ธุรกิจ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เดิม</a:t>
            </a:r>
          </a:p>
        </p:txBody>
      </p:sp>
      <p:sp>
        <p:nvSpPr>
          <p:cNvPr id="362" name="text360"/>
          <p:cNvSpPr txBox="1"/>
          <p:nvPr/>
        </p:nvSpPr>
        <p:spPr>
          <a:xfrm>
            <a:off x="6605588" y="1576834"/>
            <a:ext cx="5429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2571</a:t>
            </a:r>
          </a:p>
        </p:txBody>
      </p:sp>
      <p:sp>
        <p:nvSpPr>
          <p:cNvPr id="363" name="text361"/>
          <p:cNvSpPr txBox="1"/>
          <p:nvPr/>
        </p:nvSpPr>
        <p:spPr>
          <a:xfrm>
            <a:off x="6605588" y="1801564"/>
            <a:ext cx="105441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นำร่อง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64" name="text362"/>
          <p:cNvSpPr txBox="1"/>
          <p:nvPr/>
        </p:nvSpPr>
        <p:spPr>
          <a:xfrm>
            <a:off x="8205788" y="1576834"/>
            <a:ext cx="1054418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2572–2573</a:t>
            </a:r>
          </a:p>
        </p:txBody>
      </p:sp>
      <p:sp>
        <p:nvSpPr>
          <p:cNvPr id="365" name="text363"/>
          <p:cNvSpPr txBox="1"/>
          <p:nvPr/>
        </p:nvSpPr>
        <p:spPr>
          <a:xfrm>
            <a:off x="8205788" y="1801564"/>
            <a:ext cx="199310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ธุรกิจ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(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มี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เงื่อนไข</a:t>
            </a:r>
            <a:r>
              <a:rPr sz="11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)</a:t>
            </a:r>
          </a:p>
        </p:txBody>
      </p:sp>
      <p:sp>
        <p:nvSpPr>
          <p:cNvPr id="366" name="text364"/>
          <p:cNvSpPr txBox="1"/>
          <p:nvPr/>
        </p:nvSpPr>
        <p:spPr>
          <a:xfrm>
            <a:off x="9858375" y="1659582"/>
            <a:ext cx="7334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ตัว</a:t>
            </a: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ชี้</a:t>
            </a: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วัด</a:t>
            </a:r>
          </a:p>
        </p:txBody>
      </p:sp>
      <p:sp>
        <p:nvSpPr>
          <p:cNvPr id="367" name="text365"/>
          <p:cNvSpPr txBox="1"/>
          <p:nvPr/>
        </p:nvSpPr>
        <p:spPr>
          <a:xfrm>
            <a:off x="3352800" y="2484239"/>
            <a:ext cx="124729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②</a:t>
            </a:r>
            <a:r>
              <a:rPr sz="11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 </a:t>
            </a:r>
            <a:r>
              <a:rPr sz="11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ระดับ</a:t>
            </a:r>
            <a:r>
              <a:rPr sz="11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องค์กร</a:t>
            </a:r>
          </a:p>
        </p:txBody>
      </p:sp>
      <p:sp>
        <p:nvSpPr>
          <p:cNvPr id="368" name="text366"/>
          <p:cNvSpPr txBox="1"/>
          <p:nvPr/>
        </p:nvSpPr>
        <p:spPr>
          <a:xfrm>
            <a:off x="3352800" y="2665958"/>
            <a:ext cx="173593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Growth Strategy</a:t>
            </a:r>
          </a:p>
        </p:txBody>
      </p:sp>
      <p:sp>
        <p:nvSpPr>
          <p:cNvPr id="369" name="text367"/>
          <p:cNvSpPr txBox="1"/>
          <p:nvPr/>
        </p:nvSpPr>
        <p:spPr>
          <a:xfrm>
            <a:off x="4953000" y="2507010"/>
            <a:ext cx="1576388" cy="811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Horizontal Growth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OEM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/ODM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ต่างประเทศ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กำไร</a:t>
            </a:r>
          </a:p>
        </p:txBody>
      </p:sp>
      <p:sp>
        <p:nvSpPr>
          <p:cNvPr id="370" name="text368"/>
          <p:cNvSpPr txBox="1"/>
          <p:nvPr/>
        </p:nvSpPr>
        <p:spPr>
          <a:xfrm>
            <a:off x="6605588" y="2502247"/>
            <a:ext cx="1524000" cy="8213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Concentric</a:t>
            </a:r>
            <a:br/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Diversification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นำร่อง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พันธมิตร</a:t>
            </a:r>
          </a:p>
        </p:txBody>
      </p:sp>
      <p:sp>
        <p:nvSpPr>
          <p:cNvPr id="371" name="text369"/>
          <p:cNvSpPr txBox="1"/>
          <p:nvPr/>
        </p:nvSpPr>
        <p:spPr>
          <a:xfrm>
            <a:off x="8205788" y="2342406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สิ่งทอ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ตกแต่ง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อาคาร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(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ปลอกหมอน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ผ้าคลุมเตียง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)</a:t>
            </a:r>
          </a:p>
        </p:txBody>
      </p:sp>
      <p:sp>
        <p:nvSpPr>
          <p:cNvPr id="372" name="text370"/>
          <p:cNvSpPr txBox="1"/>
          <p:nvPr/>
        </p:nvSpPr>
        <p:spPr>
          <a:xfrm>
            <a:off x="8291512" y="2982813"/>
            <a:ext cx="1490662" cy="496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เมื่อ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ผล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ผ่าน</a:t>
            </a:r>
            <a:br/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เกณฑ์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และ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มี</a:t>
            </a:r>
            <a:br/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รองรับ</a:t>
            </a:r>
          </a:p>
        </p:txBody>
      </p:sp>
      <p:sp>
        <p:nvSpPr>
          <p:cNvPr id="373" name="text371"/>
          <p:cNvSpPr txBox="1"/>
          <p:nvPr/>
        </p:nvSpPr>
        <p:spPr>
          <a:xfrm>
            <a:off x="9858375" y="2401937"/>
            <a:ext cx="228885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เพิ่มขึ้น</a:t>
            </a:r>
          </a:p>
        </p:txBody>
      </p:sp>
      <p:sp>
        <p:nvSpPr>
          <p:cNvPr id="374" name="text372"/>
          <p:cNvSpPr txBox="1"/>
          <p:nvPr/>
        </p:nvSpPr>
        <p:spPr>
          <a:xfrm>
            <a:off x="9858375" y="2612231"/>
            <a:ext cx="185166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หลัก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ลดลง</a:t>
            </a:r>
          </a:p>
        </p:txBody>
      </p:sp>
      <p:sp>
        <p:nvSpPr>
          <p:cNvPr id="375" name="text373"/>
          <p:cNvSpPr txBox="1"/>
          <p:nvPr/>
        </p:nvSpPr>
        <p:spPr>
          <a:xfrm>
            <a:off x="9858375" y="2822525"/>
            <a:ext cx="1797177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เกณฑ์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ความคุ้มค่า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ความพร้อม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ก่อน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ขยายลงทุน</a:t>
            </a:r>
          </a:p>
        </p:txBody>
      </p:sp>
      <p:sp>
        <p:nvSpPr>
          <p:cNvPr id="376" name="text374"/>
          <p:cNvSpPr txBox="1"/>
          <p:nvPr/>
        </p:nvSpPr>
        <p:spPr>
          <a:xfrm>
            <a:off x="3352800" y="4013448"/>
            <a:ext cx="1105852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③</a:t>
            </a:r>
            <a:r>
              <a:rPr sz="11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 </a:t>
            </a:r>
            <a:r>
              <a:rPr sz="11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ระดับ</a:t>
            </a:r>
            <a:r>
              <a:rPr sz="11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ธุรกิจ</a:t>
            </a:r>
          </a:p>
        </p:txBody>
      </p:sp>
      <p:sp>
        <p:nvSpPr>
          <p:cNvPr id="377" name="text375"/>
          <p:cNvSpPr txBox="1"/>
          <p:nvPr/>
        </p:nvSpPr>
        <p:spPr>
          <a:xfrm>
            <a:off x="3352800" y="4195167"/>
            <a:ext cx="1620202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Differentiation</a:t>
            </a:r>
          </a:p>
        </p:txBody>
      </p:sp>
      <p:sp>
        <p:nvSpPr>
          <p:cNvPr id="378" name="text376"/>
          <p:cNvSpPr txBox="1"/>
          <p:nvPr/>
        </p:nvSpPr>
        <p:spPr>
          <a:xfrm>
            <a:off x="4953000" y="4033242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ข้อเสนอ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เฉพาะ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กลุ่ม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: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คุณภาพ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ดีไซน์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วัสดุ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มี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ใบรับรอง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ODM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ครบวงจร</a:t>
            </a:r>
          </a:p>
        </p:txBody>
      </p:sp>
      <p:sp>
        <p:nvSpPr>
          <p:cNvPr id="379" name="text377"/>
          <p:cNvSpPr txBox="1"/>
          <p:nvPr/>
        </p:nvSpPr>
        <p:spPr>
          <a:xfrm>
            <a:off x="6605588" y="4133701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ข้อเสนอ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สำหรับ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โครงการ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80" name="text378"/>
          <p:cNvSpPr txBox="1"/>
          <p:nvPr/>
        </p:nvSpPr>
        <p:spPr>
          <a:xfrm>
            <a:off x="8205788" y="4033242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ขายตรง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องค์กร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+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ผู้จัดจำหน่าย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ตั้งราคา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คุณค่า</a:t>
            </a:r>
          </a:p>
        </p:txBody>
      </p:sp>
      <p:sp>
        <p:nvSpPr>
          <p:cNvPr id="381" name="text379"/>
          <p:cNvSpPr txBox="1"/>
          <p:nvPr/>
        </p:nvSpPr>
        <p:spPr>
          <a:xfrm>
            <a:off x="9858375" y="4128939"/>
            <a:ext cx="219241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ใบเสนอราคา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→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</a:p>
        </p:txBody>
      </p:sp>
      <p:sp>
        <p:nvSpPr>
          <p:cNvPr id="382" name="text380"/>
          <p:cNvSpPr txBox="1"/>
          <p:nvPr/>
        </p:nvSpPr>
        <p:spPr>
          <a:xfrm>
            <a:off x="9858375" y="4339233"/>
            <a:ext cx="182594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ความพึงพอใจ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ซ้ำ</a:t>
            </a:r>
          </a:p>
        </p:txBody>
      </p:sp>
      <p:sp>
        <p:nvSpPr>
          <p:cNvPr id="383" name="text381"/>
          <p:cNvSpPr txBox="1"/>
          <p:nvPr/>
        </p:nvSpPr>
        <p:spPr>
          <a:xfrm>
            <a:off x="3352800" y="4964757"/>
            <a:ext cx="425624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6"/>
              </a:lnSpc>
            </a:pP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④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 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กลยุทธ์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ระดับ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หน้าที่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 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(Functional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 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Strategy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)</a:t>
            </a:r>
          </a:p>
        </p:txBody>
      </p:sp>
      <p:sp>
        <p:nvSpPr>
          <p:cNvPr id="384" name="text382"/>
          <p:cNvSpPr txBox="1"/>
          <p:nvPr/>
        </p:nvSpPr>
        <p:spPr>
          <a:xfrm>
            <a:off x="7581900" y="5012382"/>
            <a:ext cx="536209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*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งบประมาณ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: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ล้าน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บาท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ต่อ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เฉพาะ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ดำเนิน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กิจกรรม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แผนปฏิบัติงาน</a:t>
            </a:r>
          </a:p>
        </p:txBody>
      </p:sp>
      <p:sp>
        <p:nvSpPr>
          <p:cNvPr id="385" name="text383"/>
          <p:cNvSpPr txBox="1"/>
          <p:nvPr/>
        </p:nvSpPr>
        <p:spPr>
          <a:xfrm>
            <a:off x="3352800" y="5529411"/>
            <a:ext cx="91297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การตลาด</a:t>
            </a:r>
          </a:p>
        </p:txBody>
      </p:sp>
      <p:sp>
        <p:nvSpPr>
          <p:cNvPr id="386" name="text384"/>
          <p:cNvSpPr txBox="1"/>
          <p:nvPr/>
        </p:nvSpPr>
        <p:spPr>
          <a:xfrm>
            <a:off x="4953000" y="5575995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OEM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/ODM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เครื่องแบบ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องค์กร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ศึกษา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87" name="text385"/>
          <p:cNvSpPr txBox="1"/>
          <p:nvPr/>
        </p:nvSpPr>
        <p:spPr>
          <a:xfrm>
            <a:off x="6605588" y="5676454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เก็บ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ความเห็น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</a:p>
        </p:txBody>
      </p:sp>
      <p:sp>
        <p:nvSpPr>
          <p:cNvPr id="388" name="text386"/>
          <p:cNvSpPr txBox="1"/>
          <p:nvPr/>
        </p:nvSpPr>
        <p:spPr>
          <a:xfrm>
            <a:off x="8205788" y="5676454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เคหะ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สิ่งทอ</a:t>
            </a:r>
          </a:p>
        </p:txBody>
      </p:sp>
      <p:sp>
        <p:nvSpPr>
          <p:cNvPr id="389" name="text387"/>
          <p:cNvSpPr txBox="1"/>
          <p:nvPr/>
        </p:nvSpPr>
        <p:spPr>
          <a:xfrm>
            <a:off x="9858375" y="5671691"/>
            <a:ext cx="160734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</a:p>
        </p:txBody>
      </p:sp>
      <p:sp>
        <p:nvSpPr>
          <p:cNvPr id="390" name="text388"/>
          <p:cNvSpPr txBox="1"/>
          <p:nvPr/>
        </p:nvSpPr>
        <p:spPr>
          <a:xfrm>
            <a:off x="9858375" y="5881985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ยอดขาย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</a:p>
        </p:txBody>
      </p:sp>
      <p:sp>
        <p:nvSpPr>
          <p:cNvPr id="391" name="text389"/>
          <p:cNvSpPr txBox="1"/>
          <p:nvPr/>
        </p:nvSpPr>
        <p:spPr>
          <a:xfrm>
            <a:off x="3352800" y="6688634"/>
            <a:ext cx="75247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การเงิน</a:t>
            </a:r>
          </a:p>
        </p:txBody>
      </p:sp>
      <p:sp>
        <p:nvSpPr>
          <p:cNvPr id="392" name="text390"/>
          <p:cNvSpPr txBox="1"/>
          <p:nvPr/>
        </p:nvSpPr>
        <p:spPr>
          <a:xfrm>
            <a:off x="4953000" y="6627168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รายงาน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–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กลุ่ม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เร่ง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เก็บ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หนี้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</a:p>
        </p:txBody>
      </p:sp>
      <p:sp>
        <p:nvSpPr>
          <p:cNvPr id="393" name="text391"/>
          <p:cNvSpPr txBox="1"/>
          <p:nvPr/>
        </p:nvSpPr>
        <p:spPr>
          <a:xfrm>
            <a:off x="6605588" y="6727478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งบ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นำร่อง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เงินมัดจำ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งวด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ชำระ</a:t>
            </a:r>
          </a:p>
        </p:txBody>
      </p:sp>
      <p:sp>
        <p:nvSpPr>
          <p:cNvPr id="394" name="text392"/>
          <p:cNvSpPr txBox="1"/>
          <p:nvPr/>
        </p:nvSpPr>
        <p:spPr>
          <a:xfrm>
            <a:off x="8205788" y="6727478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ลงทุน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</a:p>
        </p:txBody>
      </p:sp>
      <p:sp>
        <p:nvSpPr>
          <p:cNvPr id="395" name="text393"/>
          <p:cNvSpPr txBox="1"/>
          <p:nvPr/>
        </p:nvSpPr>
        <p:spPr>
          <a:xfrm>
            <a:off x="9858375" y="6722715"/>
            <a:ext cx="136302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เพียงพอ</a:t>
            </a:r>
          </a:p>
        </p:txBody>
      </p:sp>
      <p:sp>
        <p:nvSpPr>
          <p:cNvPr id="396" name="text394"/>
          <p:cNvSpPr txBox="1"/>
          <p:nvPr/>
        </p:nvSpPr>
        <p:spPr>
          <a:xfrm>
            <a:off x="9858375" y="6933009"/>
            <a:ext cx="212169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เทียบ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ประมาณการ</a:t>
            </a:r>
          </a:p>
        </p:txBody>
      </p:sp>
      <p:sp>
        <p:nvSpPr>
          <p:cNvPr id="397" name="text395"/>
          <p:cNvSpPr txBox="1"/>
          <p:nvPr/>
        </p:nvSpPr>
        <p:spPr>
          <a:xfrm>
            <a:off x="3352800" y="7592616"/>
            <a:ext cx="13758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วิจัยและพัฒนา</a:t>
            </a:r>
          </a:p>
        </p:txBody>
      </p:sp>
      <p:sp>
        <p:nvSpPr>
          <p:cNvPr id="398" name="text396"/>
          <p:cNvSpPr txBox="1"/>
          <p:nvPr/>
        </p:nvSpPr>
        <p:spPr>
          <a:xfrm>
            <a:off x="4953000" y="7631460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พัฒนา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เครื่องนุ่งห่ม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ทำ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99" name="text397"/>
          <p:cNvSpPr txBox="1"/>
          <p:nvPr/>
        </p:nvSpPr>
        <p:spPr>
          <a:xfrm>
            <a:off x="6605588" y="7631460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ทดสอบ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ข้อกำหนด</a:t>
            </a:r>
          </a:p>
        </p:txBody>
      </p:sp>
      <p:sp>
        <p:nvSpPr>
          <p:cNvPr id="400" name="text398"/>
          <p:cNvSpPr txBox="1"/>
          <p:nvPr/>
        </p:nvSpPr>
        <p:spPr>
          <a:xfrm>
            <a:off x="8205788" y="7631460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ต่อยอด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</a:p>
        </p:txBody>
      </p:sp>
      <p:sp>
        <p:nvSpPr>
          <p:cNvPr id="401" name="text399"/>
          <p:cNvSpPr txBox="1"/>
          <p:nvPr/>
        </p:nvSpPr>
        <p:spPr>
          <a:xfrm>
            <a:off x="9858375" y="7626697"/>
            <a:ext cx="207025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ผ่านการทดสอบ</a:t>
            </a:r>
          </a:p>
        </p:txBody>
      </p:sp>
      <p:sp>
        <p:nvSpPr>
          <p:cNvPr id="402" name="text400"/>
          <p:cNvSpPr txBox="1"/>
          <p:nvPr/>
        </p:nvSpPr>
        <p:spPr>
          <a:xfrm>
            <a:off x="9858375" y="7836991"/>
            <a:ext cx="18130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ได้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</a:p>
        </p:txBody>
      </p:sp>
      <p:sp>
        <p:nvSpPr>
          <p:cNvPr id="403" name="text401"/>
          <p:cNvSpPr txBox="1"/>
          <p:nvPr/>
        </p:nvSpPr>
        <p:spPr>
          <a:xfrm>
            <a:off x="3352800" y="8530233"/>
            <a:ext cx="1350169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</a:t>
            </a: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ดำเนินงาน</a:t>
            </a:r>
          </a:p>
        </p:txBody>
      </p:sp>
      <p:sp>
        <p:nvSpPr>
          <p:cNvPr id="404" name="text402"/>
          <p:cNvSpPr txBox="1"/>
          <p:nvPr/>
        </p:nvSpPr>
        <p:spPr>
          <a:xfrm>
            <a:off x="4953000" y="8476506"/>
            <a:ext cx="1576388" cy="8023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เก่า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Semi-Automation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จุด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คุ้มค่า</a:t>
            </a:r>
          </a:p>
        </p:txBody>
      </p:sp>
      <p:sp>
        <p:nvSpPr>
          <p:cNvPr id="405" name="text403"/>
          <p:cNvSpPr txBox="1"/>
          <p:nvPr/>
        </p:nvSpPr>
        <p:spPr>
          <a:xfrm>
            <a:off x="6605588" y="8677275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–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ติดตั้ง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พันธมิตร</a:t>
            </a:r>
          </a:p>
        </p:txBody>
      </p:sp>
      <p:sp>
        <p:nvSpPr>
          <p:cNvPr id="406" name="text404"/>
          <p:cNvSpPr txBox="1"/>
          <p:nvPr/>
        </p:nvSpPr>
        <p:spPr>
          <a:xfrm>
            <a:off x="8205788" y="8677275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กำลังผลิต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</a:p>
        </p:txBody>
      </p:sp>
      <p:sp>
        <p:nvSpPr>
          <p:cNvPr id="407" name="text405"/>
          <p:cNvSpPr txBox="1"/>
          <p:nvPr/>
        </p:nvSpPr>
        <p:spPr>
          <a:xfrm>
            <a:off x="9858375" y="8572054"/>
            <a:ext cx="1797177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หน่วย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ของเสียลดลง</a:t>
            </a:r>
          </a:p>
        </p:txBody>
      </p:sp>
      <p:sp>
        <p:nvSpPr>
          <p:cNvPr id="408" name="text406"/>
          <p:cNvSpPr txBox="1"/>
          <p:nvPr/>
        </p:nvSpPr>
        <p:spPr>
          <a:xfrm>
            <a:off x="9858375" y="8983117"/>
            <a:ext cx="141446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ส่งมอบ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ตรงเวลา</a:t>
            </a:r>
          </a:p>
        </p:txBody>
      </p:sp>
      <p:sp>
        <p:nvSpPr>
          <p:cNvPr id="409" name="text407"/>
          <p:cNvSpPr txBox="1"/>
          <p:nvPr/>
        </p:nvSpPr>
        <p:spPr>
          <a:xfrm>
            <a:off x="3352800" y="9805839"/>
            <a:ext cx="1504474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ทรัพยากร</a:t>
            </a: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มนุษย์</a:t>
            </a:r>
          </a:p>
        </p:txBody>
      </p:sp>
      <p:sp>
        <p:nvSpPr>
          <p:cNvPr id="410" name="text408"/>
          <p:cNvSpPr txBox="1"/>
          <p:nvPr/>
        </p:nvSpPr>
        <p:spPr>
          <a:xfrm>
            <a:off x="4953000" y="9744373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B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B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ข้อมูล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ทีม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ข้ามสายงาน</a:t>
            </a:r>
          </a:p>
        </p:txBody>
      </p:sp>
      <p:sp>
        <p:nvSpPr>
          <p:cNvPr id="411" name="text409"/>
          <p:cNvSpPr txBox="1"/>
          <p:nvPr/>
        </p:nvSpPr>
        <p:spPr>
          <a:xfrm>
            <a:off x="6605588" y="9844683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เรียน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รู้งาน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ร่วมกับ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พันธมิตร</a:t>
            </a:r>
          </a:p>
        </p:txBody>
      </p:sp>
      <p:sp>
        <p:nvSpPr>
          <p:cNvPr id="412" name="text410"/>
          <p:cNvSpPr txBox="1"/>
          <p:nvPr/>
        </p:nvSpPr>
        <p:spPr>
          <a:xfrm>
            <a:off x="8205788" y="9844683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ทำ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คู่มือ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บุคลากร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เฉพาะทาง</a:t>
            </a:r>
          </a:p>
        </p:txBody>
      </p:sp>
      <p:sp>
        <p:nvSpPr>
          <p:cNvPr id="413" name="text411"/>
          <p:cNvSpPr txBox="1"/>
          <p:nvPr/>
        </p:nvSpPr>
        <p:spPr>
          <a:xfrm>
            <a:off x="9858375" y="9839920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ทดสอบ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หลัง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</a:t>
            </a:r>
          </a:p>
        </p:txBody>
      </p:sp>
      <p:sp>
        <p:nvSpPr>
          <p:cNvPr id="414" name="text412"/>
          <p:cNvSpPr txBox="1"/>
          <p:nvPr/>
        </p:nvSpPr>
        <p:spPr>
          <a:xfrm>
            <a:off x="9858375" y="10050214"/>
            <a:ext cx="15430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ข้อผิดพลาด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ลดลง</a:t>
            </a:r>
          </a:p>
        </p:txBody>
      </p:sp>
      <p:sp>
        <p:nvSpPr>
          <p:cNvPr id="415" name="text413"/>
          <p:cNvSpPr txBox="1"/>
          <p:nvPr/>
        </p:nvSpPr>
        <p:spPr>
          <a:xfrm>
            <a:off x="12192000" y="1209675"/>
            <a:ext cx="23145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การประเมินผล (BSC)</a:t>
            </a:r>
          </a:p>
        </p:txBody>
      </p:sp>
      <p:sp>
        <p:nvSpPr>
          <p:cNvPr id="416" name="text414"/>
          <p:cNvSpPr txBox="1"/>
          <p:nvPr/>
        </p:nvSpPr>
        <p:spPr>
          <a:xfrm>
            <a:off x="11963400" y="1662559"/>
            <a:ext cx="115728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การเงิน</a:t>
            </a:r>
          </a:p>
        </p:txBody>
      </p:sp>
      <p:sp>
        <p:nvSpPr>
          <p:cNvPr id="417" name="text415"/>
          <p:cNvSpPr txBox="1"/>
          <p:nvPr/>
        </p:nvSpPr>
        <p:spPr>
          <a:xfrm>
            <a:off x="12064157" y="2188815"/>
            <a:ext cx="6936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≥5%</a:t>
            </a:r>
          </a:p>
        </p:txBody>
      </p:sp>
      <p:sp>
        <p:nvSpPr>
          <p:cNvPr id="418" name="text416"/>
          <p:cNvSpPr txBox="1"/>
          <p:nvPr/>
        </p:nvSpPr>
        <p:spPr>
          <a:xfrm>
            <a:off x="12091988" y="2506414"/>
            <a:ext cx="6381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02"/>
              </a:lnSpc>
            </a:pPr>
            <a:r>
              <a:rPr sz="105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เฉลี่ย</a:t>
            </a:r>
            <a:r>
              <a:rPr sz="105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/</a:t>
            </a:r>
            <a:r>
              <a:rPr sz="105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ปี</a:t>
            </a:r>
          </a:p>
        </p:txBody>
      </p:sp>
      <p:sp>
        <p:nvSpPr>
          <p:cNvPr id="419" name="text417"/>
          <p:cNvSpPr txBox="1"/>
          <p:nvPr/>
        </p:nvSpPr>
        <p:spPr>
          <a:xfrm>
            <a:off x="12954000" y="2153692"/>
            <a:ext cx="124729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รายได้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เติบโต</a:t>
            </a:r>
          </a:p>
        </p:txBody>
      </p:sp>
      <p:sp>
        <p:nvSpPr>
          <p:cNvPr id="420" name="text418"/>
          <p:cNvSpPr txBox="1"/>
          <p:nvPr/>
        </p:nvSpPr>
        <p:spPr>
          <a:xfrm>
            <a:off x="12954000" y="2368004"/>
            <a:ext cx="1928432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เติบโต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เฉลี่ย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≥5%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ตลอด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แผน</a:t>
            </a:r>
          </a:p>
        </p:txBody>
      </p:sp>
      <p:sp>
        <p:nvSpPr>
          <p:cNvPr id="421" name="text419"/>
          <p:cNvSpPr txBox="1"/>
          <p:nvPr/>
        </p:nvSpPr>
        <p:spPr>
          <a:xfrm>
            <a:off x="12172950" y="2999780"/>
            <a:ext cx="4762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+2</a:t>
            </a:r>
          </a:p>
        </p:txBody>
      </p:sp>
      <p:sp>
        <p:nvSpPr>
          <p:cNvPr id="422" name="text420"/>
          <p:cNvSpPr txBox="1"/>
          <p:nvPr/>
        </p:nvSpPr>
        <p:spPr>
          <a:xfrm>
            <a:off x="12030075" y="3317379"/>
            <a:ext cx="7620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02"/>
              </a:lnSpc>
            </a:pPr>
            <a:r>
              <a:rPr sz="105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จุด</a:t>
            </a:r>
            <a:r>
              <a:rPr sz="105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%</a:t>
            </a:r>
            <a:r>
              <a:rPr sz="105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 </a:t>
            </a:r>
            <a:r>
              <a:rPr sz="105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5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 </a:t>
            </a:r>
            <a:r>
              <a:rPr sz="105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73</a:t>
            </a:r>
          </a:p>
        </p:txBody>
      </p:sp>
      <p:sp>
        <p:nvSpPr>
          <p:cNvPr id="423" name="text421"/>
          <p:cNvSpPr txBox="1"/>
          <p:nvPr/>
        </p:nvSpPr>
        <p:spPr>
          <a:xfrm>
            <a:off x="12954000" y="2964656"/>
            <a:ext cx="95154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ดีขึ้น</a:t>
            </a:r>
          </a:p>
        </p:txBody>
      </p:sp>
      <p:sp>
        <p:nvSpPr>
          <p:cNvPr id="424" name="text422"/>
          <p:cNvSpPr txBox="1"/>
          <p:nvPr/>
        </p:nvSpPr>
        <p:spPr>
          <a:xfrm>
            <a:off x="12954000" y="3178969"/>
            <a:ext cx="1928432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อัตรา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ขั้นต้น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สูง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กว่า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2568</a:t>
            </a:r>
          </a:p>
        </p:txBody>
      </p:sp>
      <p:sp>
        <p:nvSpPr>
          <p:cNvPr id="425" name="text423"/>
          <p:cNvSpPr txBox="1"/>
          <p:nvPr/>
        </p:nvSpPr>
        <p:spPr>
          <a:xfrm>
            <a:off x="11963400" y="3890070"/>
            <a:ext cx="96440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ลูกค้า</a:t>
            </a:r>
          </a:p>
        </p:txBody>
      </p:sp>
      <p:sp>
        <p:nvSpPr>
          <p:cNvPr id="426" name="text424"/>
          <p:cNvSpPr txBox="1"/>
          <p:nvPr/>
        </p:nvSpPr>
        <p:spPr>
          <a:xfrm>
            <a:off x="11968479" y="4404568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427" name="text425"/>
          <p:cNvSpPr txBox="1"/>
          <p:nvPr/>
        </p:nvSpPr>
        <p:spPr>
          <a:xfrm>
            <a:off x="12172950" y="4722168"/>
            <a:ext cx="4762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02"/>
              </a:lnSpc>
            </a:pPr>
            <a:r>
              <a:rPr sz="105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ต่อ</a:t>
            </a:r>
            <a:r>
              <a:rPr sz="105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ปี</a:t>
            </a:r>
          </a:p>
        </p:txBody>
      </p:sp>
      <p:sp>
        <p:nvSpPr>
          <p:cNvPr id="428" name="text426"/>
          <p:cNvSpPr txBox="1"/>
          <p:nvPr/>
        </p:nvSpPr>
        <p:spPr>
          <a:xfrm>
            <a:off x="12954000" y="4466779"/>
            <a:ext cx="145303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รักษา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เดิม</a:t>
            </a:r>
          </a:p>
        </p:txBody>
      </p:sp>
      <p:sp>
        <p:nvSpPr>
          <p:cNvPr id="429" name="text427"/>
          <p:cNvSpPr txBox="1"/>
          <p:nvPr/>
        </p:nvSpPr>
        <p:spPr>
          <a:xfrm>
            <a:off x="12954000" y="4681091"/>
            <a:ext cx="194167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เดิม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กลับมา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ซ้ำ</a:t>
            </a:r>
          </a:p>
        </p:txBody>
      </p:sp>
      <p:sp>
        <p:nvSpPr>
          <p:cNvPr id="430" name="text428"/>
          <p:cNvSpPr txBox="1"/>
          <p:nvPr/>
        </p:nvSpPr>
        <p:spPr>
          <a:xfrm>
            <a:off x="12159407" y="5203775"/>
            <a:ext cx="5031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≥5</a:t>
            </a:r>
          </a:p>
        </p:txBody>
      </p:sp>
      <p:sp>
        <p:nvSpPr>
          <p:cNvPr id="431" name="text429"/>
          <p:cNvSpPr txBox="1"/>
          <p:nvPr/>
        </p:nvSpPr>
        <p:spPr>
          <a:xfrm>
            <a:off x="12125325" y="5521375"/>
            <a:ext cx="5715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02"/>
              </a:lnSpc>
            </a:pPr>
            <a:r>
              <a:rPr sz="105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ราย</a:t>
            </a:r>
            <a:r>
              <a:rPr sz="105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/</a:t>
            </a:r>
            <a:r>
              <a:rPr sz="105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ปี</a:t>
            </a:r>
          </a:p>
        </p:txBody>
      </p:sp>
      <p:sp>
        <p:nvSpPr>
          <p:cNvPr id="432" name="text430"/>
          <p:cNvSpPr txBox="1"/>
          <p:nvPr/>
        </p:nvSpPr>
        <p:spPr>
          <a:xfrm>
            <a:off x="12954000" y="5168652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ใหม่</a:t>
            </a:r>
          </a:p>
        </p:txBody>
      </p:sp>
      <p:sp>
        <p:nvSpPr>
          <p:cNvPr id="433" name="text431"/>
          <p:cNvSpPr txBox="1"/>
          <p:nvPr/>
        </p:nvSpPr>
        <p:spPr>
          <a:xfrm>
            <a:off x="12954000" y="5382964"/>
            <a:ext cx="1928432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≥5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·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≥3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71</a:t>
            </a:r>
          </a:p>
        </p:txBody>
      </p:sp>
      <p:sp>
        <p:nvSpPr>
          <p:cNvPr id="434" name="text432"/>
          <p:cNvSpPr txBox="1"/>
          <p:nvPr/>
        </p:nvSpPr>
        <p:spPr>
          <a:xfrm>
            <a:off x="11963400" y="6117580"/>
            <a:ext cx="222456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กระบวนการ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ภายใน</a:t>
            </a:r>
          </a:p>
        </p:txBody>
      </p:sp>
      <p:sp>
        <p:nvSpPr>
          <p:cNvPr id="435" name="text433"/>
          <p:cNvSpPr txBox="1"/>
          <p:nvPr/>
        </p:nvSpPr>
        <p:spPr>
          <a:xfrm>
            <a:off x="12020550" y="6699647"/>
            <a:ext cx="7810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–15%</a:t>
            </a:r>
          </a:p>
        </p:txBody>
      </p:sp>
      <p:sp>
        <p:nvSpPr>
          <p:cNvPr id="436" name="text434"/>
          <p:cNvSpPr txBox="1"/>
          <p:nvPr/>
        </p:nvSpPr>
        <p:spPr>
          <a:xfrm>
            <a:off x="11996738" y="7017246"/>
            <a:ext cx="8286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02"/>
              </a:lnSpc>
            </a:pPr>
            <a:r>
              <a:rPr sz="105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ภายใน</a:t>
            </a:r>
            <a:r>
              <a:rPr sz="105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5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 </a:t>
            </a:r>
            <a:r>
              <a:rPr sz="105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70</a:t>
            </a:r>
          </a:p>
        </p:txBody>
      </p:sp>
      <p:sp>
        <p:nvSpPr>
          <p:cNvPr id="437" name="text435"/>
          <p:cNvSpPr txBox="1"/>
          <p:nvPr/>
        </p:nvSpPr>
        <p:spPr>
          <a:xfrm>
            <a:off x="12954000" y="6567190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คงคลัง</a:t>
            </a:r>
          </a:p>
        </p:txBody>
      </p:sp>
      <p:sp>
        <p:nvSpPr>
          <p:cNvPr id="438" name="text436"/>
          <p:cNvSpPr txBox="1"/>
          <p:nvPr/>
        </p:nvSpPr>
        <p:spPr>
          <a:xfrm>
            <a:off x="12954000" y="6781502"/>
            <a:ext cx="1928432" cy="5896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ระยะเวลา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ถือครอง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คงคลัง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เฉลี่ย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≥15%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ภายใน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2570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เทียบ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2568</a:t>
            </a:r>
          </a:p>
        </p:txBody>
      </p:sp>
      <p:sp>
        <p:nvSpPr>
          <p:cNvPr id="439" name="text437"/>
          <p:cNvSpPr txBox="1"/>
          <p:nvPr/>
        </p:nvSpPr>
        <p:spPr>
          <a:xfrm>
            <a:off x="11987957" y="7531447"/>
            <a:ext cx="8460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≥95%</a:t>
            </a:r>
          </a:p>
        </p:txBody>
      </p:sp>
      <p:sp>
        <p:nvSpPr>
          <p:cNvPr id="440" name="text438"/>
          <p:cNvSpPr txBox="1"/>
          <p:nvPr/>
        </p:nvSpPr>
        <p:spPr>
          <a:xfrm>
            <a:off x="12001500" y="7849046"/>
            <a:ext cx="8191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02"/>
              </a:lnSpc>
            </a:pPr>
            <a:r>
              <a:rPr sz="105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ตั้งแต่</a:t>
            </a:r>
            <a:r>
              <a:rPr sz="105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5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 </a:t>
            </a:r>
            <a:r>
              <a:rPr sz="105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70</a:t>
            </a:r>
          </a:p>
        </p:txBody>
      </p:sp>
      <p:sp>
        <p:nvSpPr>
          <p:cNvPr id="441" name="text439"/>
          <p:cNvSpPr txBox="1"/>
          <p:nvPr/>
        </p:nvSpPr>
        <p:spPr>
          <a:xfrm>
            <a:off x="12954000" y="7593657"/>
            <a:ext cx="1517332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ส่งมอบ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ตรงเวลา</a:t>
            </a:r>
          </a:p>
        </p:txBody>
      </p:sp>
      <p:sp>
        <p:nvSpPr>
          <p:cNvPr id="442" name="text440"/>
          <p:cNvSpPr txBox="1"/>
          <p:nvPr/>
        </p:nvSpPr>
        <p:spPr>
          <a:xfrm>
            <a:off x="12954000" y="7807970"/>
            <a:ext cx="230171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ส่ง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ครบ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ตรงเวลา</a:t>
            </a:r>
          </a:p>
        </p:txBody>
      </p:sp>
      <p:sp>
        <p:nvSpPr>
          <p:cNvPr id="443" name="text441"/>
          <p:cNvSpPr txBox="1"/>
          <p:nvPr/>
        </p:nvSpPr>
        <p:spPr>
          <a:xfrm>
            <a:off x="11963400" y="8345091"/>
            <a:ext cx="280320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นวัตกรรม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และ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การเรียนรู้</a:t>
            </a:r>
          </a:p>
        </p:txBody>
      </p:sp>
      <p:sp>
        <p:nvSpPr>
          <p:cNvPr id="444" name="text442"/>
          <p:cNvSpPr txBox="1"/>
          <p:nvPr/>
        </p:nvSpPr>
        <p:spPr>
          <a:xfrm>
            <a:off x="12139612" y="8883104"/>
            <a:ext cx="542925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Q2</a:t>
            </a:r>
          </a:p>
        </p:txBody>
      </p:sp>
      <p:sp>
        <p:nvSpPr>
          <p:cNvPr id="445" name="text443"/>
          <p:cNvSpPr txBox="1"/>
          <p:nvPr/>
        </p:nvSpPr>
        <p:spPr>
          <a:xfrm>
            <a:off x="12120562" y="9200704"/>
            <a:ext cx="58102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02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 </a:t>
            </a: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2571</a:t>
            </a:r>
          </a:p>
        </p:txBody>
      </p:sp>
      <p:sp>
        <p:nvSpPr>
          <p:cNvPr id="446" name="text444"/>
          <p:cNvSpPr txBox="1"/>
          <p:nvPr/>
        </p:nvSpPr>
        <p:spPr>
          <a:xfrm>
            <a:off x="12954000" y="8945314"/>
            <a:ext cx="207025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พร้อม</a:t>
            </a:r>
          </a:p>
        </p:txBody>
      </p:sp>
      <p:sp>
        <p:nvSpPr>
          <p:cNvPr id="447" name="text445"/>
          <p:cNvSpPr txBox="1"/>
          <p:nvPr/>
        </p:nvSpPr>
        <p:spPr>
          <a:xfrm>
            <a:off x="12954000" y="9159627"/>
            <a:ext cx="245602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ข้อกำหนด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ก่อน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</a:p>
        </p:txBody>
      </p:sp>
      <p:sp>
        <p:nvSpPr>
          <p:cNvPr id="448" name="text446"/>
          <p:cNvSpPr txBox="1"/>
          <p:nvPr/>
        </p:nvSpPr>
        <p:spPr>
          <a:xfrm>
            <a:off x="11968479" y="9670703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449" name="text447"/>
          <p:cNvSpPr txBox="1"/>
          <p:nvPr/>
        </p:nvSpPr>
        <p:spPr>
          <a:xfrm>
            <a:off x="12015788" y="9988302"/>
            <a:ext cx="79057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02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ผู้</a:t>
            </a: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เข้า</a:t>
            </a: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อบรม</a:t>
            </a:r>
          </a:p>
        </p:txBody>
      </p:sp>
      <p:sp>
        <p:nvSpPr>
          <p:cNvPr id="450" name="text448"/>
          <p:cNvSpPr txBox="1"/>
          <p:nvPr/>
        </p:nvSpPr>
        <p:spPr>
          <a:xfrm>
            <a:off x="12954000" y="9732913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พนักงาน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พร้อม</a:t>
            </a:r>
          </a:p>
        </p:txBody>
      </p:sp>
      <p:sp>
        <p:nvSpPr>
          <p:cNvPr id="451" name="text449"/>
          <p:cNvSpPr txBox="1"/>
          <p:nvPr/>
        </p:nvSpPr>
        <p:spPr>
          <a:xfrm>
            <a:off x="12954000" y="9947225"/>
            <a:ext cx="203168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ผ่านการทดสอบ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หลัง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</a:t>
            </a:r>
          </a:p>
        </p:txBody>
      </p:sp>
      <p:sp>
        <p:nvSpPr>
          <p:cNvPr id="452" name="chiptext"/>
          <p:cNvSpPr txBox="1"/>
          <p:nvPr/>
        </p:nvSpPr>
        <p:spPr>
          <a:xfrm>
            <a:off x="3988594" y="686488"/>
            <a:ext cx="1042988" cy="2007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1"/>
              </a:lnSpc>
            </a:pPr>
            <a:r>
              <a:rPr sz="11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① SFAS</a:t>
            </a:r>
          </a:p>
        </p:txBody>
      </p:sp>
      <p:sp>
        <p:nvSpPr>
          <p:cNvPr id="453" name="chiptext"/>
          <p:cNvSpPr txBox="1"/>
          <p:nvPr/>
        </p:nvSpPr>
        <p:spPr>
          <a:xfrm>
            <a:off x="4876800" y="686488"/>
            <a:ext cx="1200150" cy="2007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1"/>
              </a:lnSpc>
            </a:pPr>
            <a:r>
              <a:rPr sz="11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② องค์กร</a:t>
            </a:r>
          </a:p>
        </p:txBody>
      </p:sp>
      <p:sp>
        <p:nvSpPr>
          <p:cNvPr id="454" name="chiptext"/>
          <p:cNvSpPr txBox="1"/>
          <p:nvPr/>
        </p:nvSpPr>
        <p:spPr>
          <a:xfrm>
            <a:off x="5922169" y="686488"/>
            <a:ext cx="1042988" cy="2007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1"/>
              </a:lnSpc>
            </a:pPr>
            <a:r>
              <a:rPr sz="11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③ ธุรกิจ</a:t>
            </a:r>
          </a:p>
        </p:txBody>
      </p:sp>
      <p:sp>
        <p:nvSpPr>
          <p:cNvPr id="455" name="chiptext"/>
          <p:cNvSpPr txBox="1"/>
          <p:nvPr/>
        </p:nvSpPr>
        <p:spPr>
          <a:xfrm>
            <a:off x="6831806" y="686488"/>
            <a:ext cx="1071562" cy="2007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1"/>
              </a:lnSpc>
            </a:pPr>
            <a:r>
              <a:rPr sz="11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④ หน้าที่</a:t>
            </a:r>
          </a:p>
        </p:txBody>
      </p:sp>
      <p:sp>
        <p:nvSpPr>
          <p:cNvPr id="456" name="chiptext"/>
          <p:cNvSpPr txBox="1"/>
          <p:nvPr/>
        </p:nvSpPr>
        <p:spPr>
          <a:xfrm>
            <a:off x="7691438" y="686488"/>
            <a:ext cx="1514475" cy="2007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1"/>
              </a:lnSpc>
            </a:pPr>
            <a:r>
              <a:rPr sz="11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⑤ ประเมินผล</a:t>
            </a:r>
          </a:p>
        </p:txBody>
      </p:sp>
      <p:sp>
        <p:nvSpPr>
          <p:cNvPr id="457" name="chiptext"/>
          <p:cNvSpPr txBox="1"/>
          <p:nvPr/>
        </p:nvSpPr>
        <p:spPr>
          <a:xfrm>
            <a:off x="180975" y="1273165"/>
            <a:ext cx="40005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458" name="chiptext"/>
          <p:cNvSpPr txBox="1"/>
          <p:nvPr/>
        </p:nvSpPr>
        <p:spPr>
          <a:xfrm>
            <a:off x="219075" y="2302829"/>
            <a:ext cx="3524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59" name="chiptext"/>
          <p:cNvSpPr txBox="1"/>
          <p:nvPr/>
        </p:nvSpPr>
        <p:spPr>
          <a:xfrm>
            <a:off x="2733675" y="2313462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60" name="chiptext"/>
          <p:cNvSpPr txBox="1"/>
          <p:nvPr/>
        </p:nvSpPr>
        <p:spPr>
          <a:xfrm>
            <a:off x="204788" y="2705261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61" name="chiptext"/>
          <p:cNvSpPr txBox="1"/>
          <p:nvPr/>
        </p:nvSpPr>
        <p:spPr>
          <a:xfrm>
            <a:off x="2733675" y="2715893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62" name="chiptext"/>
          <p:cNvSpPr txBox="1"/>
          <p:nvPr/>
        </p:nvSpPr>
        <p:spPr>
          <a:xfrm>
            <a:off x="204788" y="3016907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463" name="chiptext"/>
          <p:cNvSpPr txBox="1"/>
          <p:nvPr/>
        </p:nvSpPr>
        <p:spPr>
          <a:xfrm>
            <a:off x="2733675" y="3027539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64" name="chiptext"/>
          <p:cNvSpPr txBox="1"/>
          <p:nvPr/>
        </p:nvSpPr>
        <p:spPr>
          <a:xfrm>
            <a:off x="195262" y="3328553"/>
            <a:ext cx="40005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65" name="chiptext"/>
          <p:cNvSpPr txBox="1"/>
          <p:nvPr/>
        </p:nvSpPr>
        <p:spPr>
          <a:xfrm>
            <a:off x="2752725" y="3339185"/>
            <a:ext cx="2952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466" name="chiptext"/>
          <p:cNvSpPr txBox="1"/>
          <p:nvPr/>
        </p:nvSpPr>
        <p:spPr>
          <a:xfrm>
            <a:off x="180975" y="3640199"/>
            <a:ext cx="4286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467" name="chiptext"/>
          <p:cNvSpPr txBox="1"/>
          <p:nvPr/>
        </p:nvSpPr>
        <p:spPr>
          <a:xfrm>
            <a:off x="2733675" y="3650831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68" name="chiptext"/>
          <p:cNvSpPr txBox="1"/>
          <p:nvPr/>
        </p:nvSpPr>
        <p:spPr>
          <a:xfrm>
            <a:off x="180975" y="3951845"/>
            <a:ext cx="4286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469" name="chiptext"/>
          <p:cNvSpPr txBox="1"/>
          <p:nvPr/>
        </p:nvSpPr>
        <p:spPr>
          <a:xfrm>
            <a:off x="2733675" y="3962477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470" name="chiptext"/>
          <p:cNvSpPr txBox="1"/>
          <p:nvPr/>
        </p:nvSpPr>
        <p:spPr>
          <a:xfrm>
            <a:off x="204788" y="4524387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471" name="chiptext"/>
          <p:cNvSpPr txBox="1"/>
          <p:nvPr/>
        </p:nvSpPr>
        <p:spPr>
          <a:xfrm>
            <a:off x="2733675" y="4535019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72" name="chiptext"/>
          <p:cNvSpPr txBox="1"/>
          <p:nvPr/>
        </p:nvSpPr>
        <p:spPr>
          <a:xfrm>
            <a:off x="190500" y="4836033"/>
            <a:ext cx="40957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473" name="chiptext"/>
          <p:cNvSpPr txBox="1"/>
          <p:nvPr/>
        </p:nvSpPr>
        <p:spPr>
          <a:xfrm>
            <a:off x="2752725" y="4846665"/>
            <a:ext cx="2952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474" name="chiptext"/>
          <p:cNvSpPr txBox="1"/>
          <p:nvPr/>
        </p:nvSpPr>
        <p:spPr>
          <a:xfrm>
            <a:off x="190500" y="5147679"/>
            <a:ext cx="40957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475" name="chiptext"/>
          <p:cNvSpPr txBox="1"/>
          <p:nvPr/>
        </p:nvSpPr>
        <p:spPr>
          <a:xfrm>
            <a:off x="2752725" y="5158311"/>
            <a:ext cx="2952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476" name="chiptext"/>
          <p:cNvSpPr txBox="1"/>
          <p:nvPr/>
        </p:nvSpPr>
        <p:spPr>
          <a:xfrm>
            <a:off x="219075" y="5459325"/>
            <a:ext cx="3524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T1</a:t>
            </a:r>
          </a:p>
        </p:txBody>
      </p:sp>
      <p:sp>
        <p:nvSpPr>
          <p:cNvPr id="477" name="chiptext"/>
          <p:cNvSpPr txBox="1"/>
          <p:nvPr/>
        </p:nvSpPr>
        <p:spPr>
          <a:xfrm>
            <a:off x="2733675" y="5469957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478" name="chiptext"/>
          <p:cNvSpPr txBox="1"/>
          <p:nvPr/>
        </p:nvSpPr>
        <p:spPr>
          <a:xfrm>
            <a:off x="204788" y="5770971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79" name="chiptext"/>
          <p:cNvSpPr txBox="1"/>
          <p:nvPr/>
        </p:nvSpPr>
        <p:spPr>
          <a:xfrm>
            <a:off x="2733675" y="5781604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80" name="chiptext"/>
          <p:cNvSpPr txBox="1"/>
          <p:nvPr/>
        </p:nvSpPr>
        <p:spPr>
          <a:xfrm>
            <a:off x="204788" y="6082617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481" name="chiptext"/>
          <p:cNvSpPr txBox="1"/>
          <p:nvPr/>
        </p:nvSpPr>
        <p:spPr>
          <a:xfrm>
            <a:off x="2733675" y="6093250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482" name="chiptext"/>
          <p:cNvSpPr txBox="1"/>
          <p:nvPr/>
        </p:nvSpPr>
        <p:spPr>
          <a:xfrm>
            <a:off x="161925" y="6743926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483" name="chiptext"/>
          <p:cNvSpPr txBox="1"/>
          <p:nvPr/>
        </p:nvSpPr>
        <p:spPr>
          <a:xfrm>
            <a:off x="609600" y="6743926"/>
            <a:ext cx="2952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484" name="chiptext"/>
          <p:cNvSpPr txBox="1"/>
          <p:nvPr/>
        </p:nvSpPr>
        <p:spPr>
          <a:xfrm>
            <a:off x="1133475" y="6743926"/>
            <a:ext cx="333375" cy="1684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85" name="chiptext"/>
          <p:cNvSpPr txBox="1"/>
          <p:nvPr/>
        </p:nvSpPr>
        <p:spPr>
          <a:xfrm>
            <a:off x="3305175" y="1273165"/>
            <a:ext cx="40005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486" name="chiptext"/>
          <p:cNvSpPr txBox="1"/>
          <p:nvPr/>
        </p:nvSpPr>
        <p:spPr>
          <a:xfrm>
            <a:off x="4276725" y="1273165"/>
            <a:ext cx="40005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487" name="chiptext"/>
          <p:cNvSpPr txBox="1"/>
          <p:nvPr/>
        </p:nvSpPr>
        <p:spPr>
          <a:xfrm>
            <a:off x="5124450" y="1273165"/>
            <a:ext cx="40005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488" name="chiptext"/>
          <p:cNvSpPr txBox="1"/>
          <p:nvPr/>
        </p:nvSpPr>
        <p:spPr>
          <a:xfrm>
            <a:off x="3276600" y="2934307"/>
            <a:ext cx="3524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89" name="chiptext"/>
          <p:cNvSpPr txBox="1"/>
          <p:nvPr/>
        </p:nvSpPr>
        <p:spPr>
          <a:xfrm>
            <a:off x="3505200" y="2934307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90" name="chiptext"/>
          <p:cNvSpPr txBox="1"/>
          <p:nvPr/>
        </p:nvSpPr>
        <p:spPr>
          <a:xfrm>
            <a:off x="3762375" y="2934307"/>
            <a:ext cx="40957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491" name="chiptext"/>
          <p:cNvSpPr txBox="1"/>
          <p:nvPr/>
        </p:nvSpPr>
        <p:spPr>
          <a:xfrm>
            <a:off x="4048125" y="2934307"/>
            <a:ext cx="40005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92" name="chiptext"/>
          <p:cNvSpPr txBox="1"/>
          <p:nvPr/>
        </p:nvSpPr>
        <p:spPr>
          <a:xfrm>
            <a:off x="3274219" y="3150703"/>
            <a:ext cx="585788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93" name="chiptext"/>
          <p:cNvSpPr txBox="1"/>
          <p:nvPr/>
        </p:nvSpPr>
        <p:spPr>
          <a:xfrm>
            <a:off x="3276600" y="4463516"/>
            <a:ext cx="3524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94" name="chiptext"/>
          <p:cNvSpPr txBox="1"/>
          <p:nvPr/>
        </p:nvSpPr>
        <p:spPr>
          <a:xfrm>
            <a:off x="3505200" y="4463516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95" name="chiptext"/>
          <p:cNvSpPr txBox="1"/>
          <p:nvPr/>
        </p:nvSpPr>
        <p:spPr>
          <a:xfrm>
            <a:off x="3762375" y="4463516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96" name="chiptext"/>
          <p:cNvSpPr txBox="1"/>
          <p:nvPr/>
        </p:nvSpPr>
        <p:spPr>
          <a:xfrm>
            <a:off x="4019550" y="4463516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497" name="chiptext"/>
          <p:cNvSpPr txBox="1"/>
          <p:nvPr/>
        </p:nvSpPr>
        <p:spPr>
          <a:xfrm>
            <a:off x="4274344" y="4463516"/>
            <a:ext cx="585788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98" name="chiptext"/>
          <p:cNvSpPr txBox="1"/>
          <p:nvPr/>
        </p:nvSpPr>
        <p:spPr>
          <a:xfrm>
            <a:off x="3276600" y="5797760"/>
            <a:ext cx="40005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99" name="chiptext"/>
          <p:cNvSpPr txBox="1"/>
          <p:nvPr/>
        </p:nvSpPr>
        <p:spPr>
          <a:xfrm>
            <a:off x="3552825" y="5797760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500" name="chiptext"/>
          <p:cNvSpPr txBox="1"/>
          <p:nvPr/>
        </p:nvSpPr>
        <p:spPr>
          <a:xfrm>
            <a:off x="3810000" y="5797760"/>
            <a:ext cx="40957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501" name="chiptext"/>
          <p:cNvSpPr txBox="1"/>
          <p:nvPr/>
        </p:nvSpPr>
        <p:spPr>
          <a:xfrm>
            <a:off x="3009900" y="6014156"/>
            <a:ext cx="21717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2+1 ลบ./ปี ตามกิจกรรม</a:t>
            </a:r>
          </a:p>
        </p:txBody>
      </p:sp>
      <p:sp>
        <p:nvSpPr>
          <p:cNvPr id="502" name="chiptext"/>
          <p:cNvSpPr txBox="1"/>
          <p:nvPr/>
        </p:nvSpPr>
        <p:spPr>
          <a:xfrm>
            <a:off x="3276600" y="6956983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503" name="chiptext"/>
          <p:cNvSpPr txBox="1"/>
          <p:nvPr/>
        </p:nvSpPr>
        <p:spPr>
          <a:xfrm>
            <a:off x="3533775" y="6956983"/>
            <a:ext cx="4286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504" name="chiptext"/>
          <p:cNvSpPr txBox="1"/>
          <p:nvPr/>
        </p:nvSpPr>
        <p:spPr>
          <a:xfrm>
            <a:off x="3836194" y="6956983"/>
            <a:ext cx="585788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505" name="chiptext"/>
          <p:cNvSpPr txBox="1"/>
          <p:nvPr/>
        </p:nvSpPr>
        <p:spPr>
          <a:xfrm>
            <a:off x="3276600" y="7860965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506" name="chiptext"/>
          <p:cNvSpPr txBox="1"/>
          <p:nvPr/>
        </p:nvSpPr>
        <p:spPr>
          <a:xfrm>
            <a:off x="3533775" y="7860965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507" name="chiptext"/>
          <p:cNvSpPr txBox="1"/>
          <p:nvPr/>
        </p:nvSpPr>
        <p:spPr>
          <a:xfrm>
            <a:off x="3781425" y="7860965"/>
            <a:ext cx="62865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 ลบ.</a:t>
            </a:r>
          </a:p>
        </p:txBody>
      </p:sp>
      <p:sp>
        <p:nvSpPr>
          <p:cNvPr id="508" name="chiptext"/>
          <p:cNvSpPr txBox="1"/>
          <p:nvPr/>
        </p:nvSpPr>
        <p:spPr>
          <a:xfrm>
            <a:off x="3276600" y="8798582"/>
            <a:ext cx="4286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509" name="chiptext"/>
          <p:cNvSpPr txBox="1"/>
          <p:nvPr/>
        </p:nvSpPr>
        <p:spPr>
          <a:xfrm>
            <a:off x="3581400" y="8798582"/>
            <a:ext cx="4286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510" name="chiptext"/>
          <p:cNvSpPr txBox="1"/>
          <p:nvPr/>
        </p:nvSpPr>
        <p:spPr>
          <a:xfrm>
            <a:off x="3886200" y="8798582"/>
            <a:ext cx="381000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511" name="chiptext"/>
          <p:cNvSpPr txBox="1"/>
          <p:nvPr/>
        </p:nvSpPr>
        <p:spPr>
          <a:xfrm>
            <a:off x="3002756" y="9014978"/>
            <a:ext cx="2214562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2+2 ลบ./ปี ตามกิจกรรม</a:t>
            </a:r>
          </a:p>
        </p:txBody>
      </p:sp>
      <p:sp>
        <p:nvSpPr>
          <p:cNvPr id="512" name="chiptext"/>
          <p:cNvSpPr txBox="1"/>
          <p:nvPr/>
        </p:nvSpPr>
        <p:spPr>
          <a:xfrm>
            <a:off x="3276600" y="10074188"/>
            <a:ext cx="4286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513" name="chiptext"/>
          <p:cNvSpPr txBox="1"/>
          <p:nvPr/>
        </p:nvSpPr>
        <p:spPr>
          <a:xfrm>
            <a:off x="3581400" y="10074188"/>
            <a:ext cx="352425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514" name="chiptext"/>
          <p:cNvSpPr txBox="1"/>
          <p:nvPr/>
        </p:nvSpPr>
        <p:spPr>
          <a:xfrm>
            <a:off x="3807619" y="10074188"/>
            <a:ext cx="585788" cy="187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515" name="chiptext"/>
          <p:cNvSpPr txBox="1"/>
          <p:nvPr/>
        </p:nvSpPr>
        <p:spPr>
          <a:xfrm>
            <a:off x="11791950" y="1273165"/>
            <a:ext cx="40005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